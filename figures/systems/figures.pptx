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82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2F0CF-5846-B369-639D-6E0350CE82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F92E14-9AFE-5C28-2BCA-D52A2BAC36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FCD7B-0B5E-167C-60E9-93AF3AD16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1804C-7AA3-4BB5-802B-0386E2681DFE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429B0-C5A6-513E-4921-1ECC6EBA7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7E5A4-893A-745B-89C1-A0DD2E345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5E816-2A81-4EC1-86E0-A6F4470AA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468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6F47C-F44D-842E-4FAF-61FB76342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192B1-07C2-02D2-DC65-298542E64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567057-6E62-389D-AFA8-2F9800D17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1804C-7AA3-4BB5-802B-0386E2681DFE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BB0FF-4874-09A0-5EC9-9275E6F2C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D44D49-1976-0FE8-50A8-1A6430E1C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5E816-2A81-4EC1-86E0-A6F4470AA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502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76717-713F-148F-AAB1-616BDC2A4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A99E9F-E854-5C9B-0B4A-D544A769B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95B5E6-5162-0C8F-2905-437F0223D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1804C-7AA3-4BB5-802B-0386E2681DFE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2D398F-D0DF-70A0-BEC5-5D34E6645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C53B9-4EB3-1E5A-22FB-180882347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5E816-2A81-4EC1-86E0-A6F4470AA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006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30CFB-B074-D1B6-FF02-CA30739D5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B0F9D-E01E-7EAD-EC04-42D87648B8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18B3A0-F544-2AFD-2B96-FCE588F465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3CDD1C-A5DC-D233-5B67-3BA1E161A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1804C-7AA3-4BB5-802B-0386E2681DFE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DCEB70-ACBE-13E4-181D-72C4E4021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C14130-8BD8-3FF7-C5D2-2E15DCF84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5E816-2A81-4EC1-86E0-A6F4470AA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299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DC7E3-515C-6505-A633-CD9992A7B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73A383-A75D-730B-4CC5-425EC8088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7743B6-1FF2-A36E-338D-C34876564A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5B08E4-7684-79C2-562C-F1C1C0AA7B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2740EF-A3E7-1889-A62F-2CC2823908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0B73E2-BC77-730D-71A2-65554CC88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1804C-7AA3-4BB5-802B-0386E2681DFE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558AD1-54BE-A9A9-649C-F03D5B0BA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CD4961-3F6E-794C-2C37-D835DF539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5E816-2A81-4EC1-86E0-A6F4470AA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275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92A67-387D-C9CF-C9DA-F546ED4E0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A49D16-8946-D029-7721-7500EC5C0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1804C-7AA3-4BB5-802B-0386E2681DFE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5A44E5-EE5F-9CBF-FB2A-E0ABD4B47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A00599-C08F-EC5E-D58F-F6A3CA2C8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5E816-2A81-4EC1-86E0-A6F4470AA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627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9FACF5-271F-9CCD-BD55-FB15E9D75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1804C-7AA3-4BB5-802B-0386E2681DFE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BEB9C4-8074-D34A-3A52-A2997C1DF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E533B2-ED5A-99E5-5CA3-33547465D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5E816-2A81-4EC1-86E0-A6F4470AA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365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49BF7-4D02-0CC5-541D-A96EEA582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D943E-F60B-F007-BEB7-DC752EDC9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19A1C3-5525-7880-2994-E93E41029D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8ED44-A7B8-371F-9794-169826CD0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1804C-7AA3-4BB5-802B-0386E2681DFE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51455-BC3B-405A-390F-D553BA746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27AFBC-89FD-40F6-760E-0F05A82C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5E816-2A81-4EC1-86E0-A6F4470AA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574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E3305-C51A-15C1-9F19-06B95F635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0E74C3-3CB3-B742-99F9-C626FA0337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840F3E-BAE8-5F1C-EBC4-EDD5348761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174957-00C6-0A74-9BE6-C1E75D16D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1804C-7AA3-4BB5-802B-0386E2681DFE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C46CF8-A5CF-3ABA-2619-73D2E5B7A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20693A-E0C4-CADE-FCE2-9920DBA61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5E816-2A81-4EC1-86E0-A6F4470AA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443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74A37-F1B2-5DEA-831B-F26C066CE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90E977-97BB-9E13-B867-50B23EF517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C15CA-059D-D796-8F30-45A85F7C3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1804C-7AA3-4BB5-802B-0386E2681DFE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065F5-7FAA-F0EA-376D-7CCAB3CF1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90CAF-0D33-C937-B318-19CCF318F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5E816-2A81-4EC1-86E0-A6F4470AA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423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1A14C8-9171-D684-AF3A-518E512616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A135DF-7BBE-173F-3FC7-018F61E948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C3B2B-678D-2905-9735-E7DBD350A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1804C-7AA3-4BB5-802B-0386E2681DFE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F37A6E-545D-A645-27BA-8412B079C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16932-A8CC-33A7-5AE3-148E9A1B7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5E816-2A81-4EC1-86E0-A6F4470AA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819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B623F5-9CF0-5ED5-7E93-1D8658032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5A816-36F3-445B-629D-28142C9945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5A0D8-E31D-E024-A109-40DA008B26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91804C-7AA3-4BB5-802B-0386E2681DFE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A217F-E5C9-A2E4-8E7B-3493536866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AE161-DD7E-4F5D-B189-73FF4ACB83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65E816-2A81-4EC1-86E0-A6F4470AA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497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>
            <a:extLst>
              <a:ext uri="{FF2B5EF4-FFF2-40B4-BE49-F238E27FC236}">
                <a16:creationId xmlns:a16="http://schemas.microsoft.com/office/drawing/2014/main" id="{0BAEA8D4-F5FC-D555-E7AB-24AF492E218E}"/>
              </a:ext>
            </a:extLst>
          </p:cNvPr>
          <p:cNvSpPr/>
          <p:nvPr/>
        </p:nvSpPr>
        <p:spPr>
          <a:xfrm>
            <a:off x="9653154" y="2218459"/>
            <a:ext cx="1855097" cy="238202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n-US" i="1" dirty="0">
                <a:solidFill>
                  <a:schemeClr val="tx1"/>
                </a:solidFill>
              </a:rPr>
              <a:t>scene preds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7F6A947-6844-DB7E-59B4-82FBDEEE331B}"/>
              </a:ext>
            </a:extLst>
          </p:cNvPr>
          <p:cNvSpPr/>
          <p:nvPr/>
        </p:nvSpPr>
        <p:spPr>
          <a:xfrm>
            <a:off x="5506870" y="3095773"/>
            <a:ext cx="1868556" cy="353362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n-US" i="1" dirty="0">
                <a:solidFill>
                  <a:schemeClr val="tx1"/>
                </a:solidFill>
              </a:rPr>
              <a:t>scene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4FC187F-212B-B049-F140-1369CAA81661}"/>
              </a:ext>
            </a:extLst>
          </p:cNvPr>
          <p:cNvSpPr/>
          <p:nvPr/>
        </p:nvSpPr>
        <p:spPr>
          <a:xfrm>
            <a:off x="152400" y="3124200"/>
            <a:ext cx="1447800" cy="60960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Vehicle readings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25F6C6C-0725-C614-8A73-E7A153E9E9CC}"/>
              </a:ext>
            </a:extLst>
          </p:cNvPr>
          <p:cNvSpPr/>
          <p:nvPr/>
        </p:nvSpPr>
        <p:spPr>
          <a:xfrm>
            <a:off x="1905000" y="3124200"/>
            <a:ext cx="1447800" cy="609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State estimation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8D933C4-8A31-633E-3C32-BD0A827A6F62}"/>
              </a:ext>
            </a:extLst>
          </p:cNvPr>
          <p:cNvSpPr/>
          <p:nvPr/>
        </p:nvSpPr>
        <p:spPr>
          <a:xfrm>
            <a:off x="152400" y="4204893"/>
            <a:ext cx="1447800" cy="60960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Sensor readings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988728B-84C2-4B67-B02A-95A465086E65}"/>
              </a:ext>
            </a:extLst>
          </p:cNvPr>
          <p:cNvSpPr/>
          <p:nvPr/>
        </p:nvSpPr>
        <p:spPr>
          <a:xfrm>
            <a:off x="3198191" y="1520825"/>
            <a:ext cx="1447800" cy="6096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Stored road maps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F4FF46B-4D4A-65CE-3EE1-17B079130150}"/>
              </a:ext>
            </a:extLst>
          </p:cNvPr>
          <p:cNvSpPr/>
          <p:nvPr/>
        </p:nvSpPr>
        <p:spPr>
          <a:xfrm>
            <a:off x="3619816" y="2442062"/>
            <a:ext cx="1447800" cy="609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Roadgraph</a:t>
            </a:r>
            <a:r>
              <a:rPr lang="en-US" dirty="0"/>
              <a:t> update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4829F13-7FAB-0C19-0E0F-68C962D2A1BB}"/>
              </a:ext>
            </a:extLst>
          </p:cNvPr>
          <p:cNvSpPr/>
          <p:nvPr/>
        </p:nvSpPr>
        <p:spPr>
          <a:xfrm>
            <a:off x="3772216" y="5088105"/>
            <a:ext cx="1447800" cy="609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Object detection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CD44B22-0DDC-FF7A-49DB-F04484B7EBE4}"/>
              </a:ext>
            </a:extLst>
          </p:cNvPr>
          <p:cNvSpPr/>
          <p:nvPr/>
        </p:nvSpPr>
        <p:spPr>
          <a:xfrm>
            <a:off x="3770953" y="3671000"/>
            <a:ext cx="1447800" cy="609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Lane detection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788EB26-5C50-FD9D-3123-7A8B5C0A93E1}"/>
              </a:ext>
            </a:extLst>
          </p:cNvPr>
          <p:cNvSpPr/>
          <p:nvPr/>
        </p:nvSpPr>
        <p:spPr>
          <a:xfrm>
            <a:off x="3762139" y="4377928"/>
            <a:ext cx="1447800" cy="609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Sign detection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BC36E71-BC6F-08F4-85E0-300327FEC9FF}"/>
              </a:ext>
            </a:extLst>
          </p:cNvPr>
          <p:cNvSpPr/>
          <p:nvPr/>
        </p:nvSpPr>
        <p:spPr>
          <a:xfrm>
            <a:off x="3770953" y="5814074"/>
            <a:ext cx="1447800" cy="609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Environment detection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75D254D-73C0-C9C0-AD8C-2061DA9B0AEE}"/>
              </a:ext>
            </a:extLst>
          </p:cNvPr>
          <p:cNvSpPr/>
          <p:nvPr/>
        </p:nvSpPr>
        <p:spPr>
          <a:xfrm>
            <a:off x="8020523" y="2391187"/>
            <a:ext cx="1447800" cy="609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Intent estimation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140883C-528E-0A3E-75A5-41918B8D6D79}"/>
              </a:ext>
            </a:extLst>
          </p:cNvPr>
          <p:cNvSpPr/>
          <p:nvPr/>
        </p:nvSpPr>
        <p:spPr>
          <a:xfrm>
            <a:off x="8020523" y="3114684"/>
            <a:ext cx="1447800" cy="609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Relations estimation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50632E9-4D5A-A10C-E2B0-0D42C26294F5}"/>
              </a:ext>
            </a:extLst>
          </p:cNvPr>
          <p:cNvSpPr/>
          <p:nvPr/>
        </p:nvSpPr>
        <p:spPr>
          <a:xfrm>
            <a:off x="8020523" y="3859221"/>
            <a:ext cx="1447800" cy="609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Predicate evaluation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D51C0BD-8149-73E2-BA01-93DC47B891D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1600200" y="3429000"/>
            <a:ext cx="304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00BA4BE8-62A0-3569-FE6B-F1C95A0B3FEC}"/>
              </a:ext>
            </a:extLst>
          </p:cNvPr>
          <p:cNvSpPr/>
          <p:nvPr/>
        </p:nvSpPr>
        <p:spPr>
          <a:xfrm>
            <a:off x="1973755" y="4467904"/>
            <a:ext cx="1322554" cy="32226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vehicle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465A81-DE13-A08A-8A1D-3D0EEB712D26}"/>
              </a:ext>
            </a:extLst>
          </p:cNvPr>
          <p:cNvSpPr/>
          <p:nvPr/>
        </p:nvSpPr>
        <p:spPr>
          <a:xfrm>
            <a:off x="5699418" y="3240543"/>
            <a:ext cx="1408753" cy="32226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roadgraph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CBC9388-948E-DAAA-7AF7-639B5F1B1BD9}"/>
              </a:ext>
            </a:extLst>
          </p:cNvPr>
          <p:cNvSpPr/>
          <p:nvPr/>
        </p:nvSpPr>
        <p:spPr>
          <a:xfrm>
            <a:off x="5699418" y="4810862"/>
            <a:ext cx="1408753" cy="32226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signs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B4BC6D1-8ECB-05B5-7B13-5D2DB283EFF6}"/>
              </a:ext>
            </a:extLst>
          </p:cNvPr>
          <p:cNvSpPr/>
          <p:nvPr/>
        </p:nvSpPr>
        <p:spPr>
          <a:xfrm>
            <a:off x="5699418" y="5193979"/>
            <a:ext cx="1408753" cy="32226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obstacles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162BE93-3589-895A-DB16-1509E5006C87}"/>
              </a:ext>
            </a:extLst>
          </p:cNvPr>
          <p:cNvSpPr/>
          <p:nvPr/>
        </p:nvSpPr>
        <p:spPr>
          <a:xfrm>
            <a:off x="5699418" y="5568308"/>
            <a:ext cx="1408753" cy="32226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7B89488-E8CC-F0F1-BE5F-4607B2CB2E15}"/>
              </a:ext>
            </a:extLst>
          </p:cNvPr>
          <p:cNvSpPr/>
          <p:nvPr/>
        </p:nvSpPr>
        <p:spPr>
          <a:xfrm>
            <a:off x="5699418" y="5951425"/>
            <a:ext cx="1408753" cy="32226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environment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1AF9C5B-7DA6-1CCB-F1ED-ABB8C849A58B}"/>
              </a:ext>
            </a:extLst>
          </p:cNvPr>
          <p:cNvSpPr/>
          <p:nvPr/>
        </p:nvSpPr>
        <p:spPr>
          <a:xfrm>
            <a:off x="5699418" y="4439351"/>
            <a:ext cx="1408753" cy="32226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lane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AD46DB-38EB-82DF-E166-725B126CA2B4}"/>
              </a:ext>
            </a:extLst>
          </p:cNvPr>
          <p:cNvSpPr/>
          <p:nvPr/>
        </p:nvSpPr>
        <p:spPr>
          <a:xfrm>
            <a:off x="9858690" y="2435588"/>
            <a:ext cx="1408753" cy="32226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agent intents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91B0508-B286-DDA1-931C-3074F639D051}"/>
              </a:ext>
            </a:extLst>
          </p:cNvPr>
          <p:cNvSpPr/>
          <p:nvPr/>
        </p:nvSpPr>
        <p:spPr>
          <a:xfrm>
            <a:off x="9858690" y="2818491"/>
            <a:ext cx="1408753" cy="32226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relations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E8D7943-402A-C5AC-E222-D02C158B7285}"/>
              </a:ext>
            </a:extLst>
          </p:cNvPr>
          <p:cNvSpPr/>
          <p:nvPr/>
        </p:nvSpPr>
        <p:spPr>
          <a:xfrm>
            <a:off x="9858690" y="3201608"/>
            <a:ext cx="1408753" cy="32226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predicates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C250D4B-6D0B-F19E-6C7C-399014FA23F6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3922091" y="2130425"/>
            <a:ext cx="421625" cy="311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EBF424D-6C8B-D1B8-5B43-BA5155D56670}"/>
              </a:ext>
            </a:extLst>
          </p:cNvPr>
          <p:cNvCxnSpPr>
            <a:cxnSpLocks/>
            <a:stCxn id="7" idx="3"/>
            <a:endCxn id="12" idx="1"/>
          </p:cNvCxnSpPr>
          <p:nvPr/>
        </p:nvCxnSpPr>
        <p:spPr>
          <a:xfrm flipV="1">
            <a:off x="1600200" y="3975800"/>
            <a:ext cx="2170753" cy="5338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259371A-0046-E213-9C5F-113DC88CD3BA}"/>
              </a:ext>
            </a:extLst>
          </p:cNvPr>
          <p:cNvSpPr/>
          <p:nvPr/>
        </p:nvSpPr>
        <p:spPr>
          <a:xfrm>
            <a:off x="1181100" y="1509244"/>
            <a:ext cx="1447800" cy="6096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Calibration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1EFCA4D-66FC-1694-9390-13584A6D8FC9}"/>
              </a:ext>
            </a:extLst>
          </p:cNvPr>
          <p:cNvSpPr/>
          <p:nvPr/>
        </p:nvSpPr>
        <p:spPr>
          <a:xfrm>
            <a:off x="5218753" y="1520825"/>
            <a:ext cx="1447800" cy="6096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Trained models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2C9E011-9C17-924A-28B6-98B30419AE25}"/>
              </a:ext>
            </a:extLst>
          </p:cNvPr>
          <p:cNvCxnSpPr>
            <a:cxnSpLocks/>
            <a:stCxn id="32" idx="2"/>
            <a:endCxn id="13" idx="0"/>
          </p:cNvCxnSpPr>
          <p:nvPr/>
        </p:nvCxnSpPr>
        <p:spPr>
          <a:xfrm flipH="1">
            <a:off x="4486039" y="2130425"/>
            <a:ext cx="1456614" cy="2247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B273409-0B4B-A176-549F-7B0812FEC0C6}"/>
              </a:ext>
            </a:extLst>
          </p:cNvPr>
          <p:cNvCxnSpPr>
            <a:cxnSpLocks/>
            <a:stCxn id="32" idx="2"/>
            <a:endCxn id="15" idx="1"/>
          </p:cNvCxnSpPr>
          <p:nvPr/>
        </p:nvCxnSpPr>
        <p:spPr>
          <a:xfrm>
            <a:off x="5942653" y="2130425"/>
            <a:ext cx="2077870" cy="5655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E3C2744-F401-FF0C-6AEE-0D1F1BB0D95C}"/>
              </a:ext>
            </a:extLst>
          </p:cNvPr>
          <p:cNvCxnSpPr>
            <a:cxnSpLocks/>
            <a:stCxn id="32" idx="2"/>
            <a:endCxn id="12" idx="0"/>
          </p:cNvCxnSpPr>
          <p:nvPr/>
        </p:nvCxnSpPr>
        <p:spPr>
          <a:xfrm flipH="1">
            <a:off x="4494853" y="2130425"/>
            <a:ext cx="1447800" cy="15405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60E03CF-2107-519B-745C-46F7E1526F9D}"/>
              </a:ext>
            </a:extLst>
          </p:cNvPr>
          <p:cNvCxnSpPr>
            <a:cxnSpLocks/>
            <a:stCxn id="32" idx="2"/>
            <a:endCxn id="10" idx="0"/>
          </p:cNvCxnSpPr>
          <p:nvPr/>
        </p:nvCxnSpPr>
        <p:spPr>
          <a:xfrm flipH="1">
            <a:off x="4496116" y="2130425"/>
            <a:ext cx="1446537" cy="29576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AA877C5-08BC-8AF5-6070-967F74CDB4A9}"/>
              </a:ext>
            </a:extLst>
          </p:cNvPr>
          <p:cNvCxnSpPr>
            <a:cxnSpLocks/>
            <a:stCxn id="32" idx="2"/>
            <a:endCxn id="14" idx="0"/>
          </p:cNvCxnSpPr>
          <p:nvPr/>
        </p:nvCxnSpPr>
        <p:spPr>
          <a:xfrm flipH="1">
            <a:off x="4494853" y="2130425"/>
            <a:ext cx="1447800" cy="36836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0BB4FA4-470E-DE36-4D85-0EF027760F7C}"/>
              </a:ext>
            </a:extLst>
          </p:cNvPr>
          <p:cNvCxnSpPr>
            <a:cxnSpLocks/>
            <a:stCxn id="31" idx="2"/>
            <a:endCxn id="6" idx="0"/>
          </p:cNvCxnSpPr>
          <p:nvPr/>
        </p:nvCxnSpPr>
        <p:spPr>
          <a:xfrm>
            <a:off x="1905000" y="2118844"/>
            <a:ext cx="723900" cy="1005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2D41D37-3C38-47EF-1711-0EC5067BAFD9}"/>
              </a:ext>
            </a:extLst>
          </p:cNvPr>
          <p:cNvCxnSpPr>
            <a:cxnSpLocks/>
            <a:stCxn id="31" idx="2"/>
            <a:endCxn id="12" idx="1"/>
          </p:cNvCxnSpPr>
          <p:nvPr/>
        </p:nvCxnSpPr>
        <p:spPr>
          <a:xfrm>
            <a:off x="1905000" y="2118844"/>
            <a:ext cx="1865953" cy="18569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80D34F5-A1B8-7207-0A74-614069D5E1E6}"/>
              </a:ext>
            </a:extLst>
          </p:cNvPr>
          <p:cNvCxnSpPr>
            <a:cxnSpLocks/>
            <a:stCxn id="31" idx="2"/>
            <a:endCxn id="10" idx="1"/>
          </p:cNvCxnSpPr>
          <p:nvPr/>
        </p:nvCxnSpPr>
        <p:spPr>
          <a:xfrm>
            <a:off x="1905000" y="2118844"/>
            <a:ext cx="1867216" cy="3274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8A70FF2-3FA9-2C3A-9AC4-39656EA623EA}"/>
              </a:ext>
            </a:extLst>
          </p:cNvPr>
          <p:cNvCxnSpPr>
            <a:cxnSpLocks/>
            <a:stCxn id="31" idx="2"/>
            <a:endCxn id="14" idx="1"/>
          </p:cNvCxnSpPr>
          <p:nvPr/>
        </p:nvCxnSpPr>
        <p:spPr>
          <a:xfrm>
            <a:off x="1905000" y="2118844"/>
            <a:ext cx="1865953" cy="40000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F7621AF-F784-22AB-4F6C-02F4A1F5AD91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>
            <a:off x="1600200" y="4509693"/>
            <a:ext cx="2172016" cy="8832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5760CE8-920F-5438-05A3-355549A85866}"/>
              </a:ext>
            </a:extLst>
          </p:cNvPr>
          <p:cNvCxnSpPr>
            <a:cxnSpLocks/>
            <a:stCxn id="7" idx="3"/>
            <a:endCxn id="6" idx="1"/>
          </p:cNvCxnSpPr>
          <p:nvPr/>
        </p:nvCxnSpPr>
        <p:spPr>
          <a:xfrm flipV="1">
            <a:off x="1600200" y="3429000"/>
            <a:ext cx="304800" cy="10806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AA22450-CE1C-8E64-5A84-2EE84507CAC5}"/>
              </a:ext>
            </a:extLst>
          </p:cNvPr>
          <p:cNvCxnSpPr>
            <a:cxnSpLocks/>
            <a:stCxn id="7" idx="3"/>
            <a:endCxn id="14" idx="1"/>
          </p:cNvCxnSpPr>
          <p:nvPr/>
        </p:nvCxnSpPr>
        <p:spPr>
          <a:xfrm>
            <a:off x="1600200" y="4509693"/>
            <a:ext cx="2170753" cy="1609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0AEA932-7974-98B8-B456-296010C95863}"/>
              </a:ext>
            </a:extLst>
          </p:cNvPr>
          <p:cNvCxnSpPr>
            <a:cxnSpLocks/>
            <a:stCxn id="6" idx="2"/>
            <a:endCxn id="19" idx="0"/>
          </p:cNvCxnSpPr>
          <p:nvPr/>
        </p:nvCxnSpPr>
        <p:spPr>
          <a:xfrm>
            <a:off x="2628900" y="3733800"/>
            <a:ext cx="6132" cy="7341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5B80F64-83C4-FE43-48F9-F6365B1B3C0D}"/>
              </a:ext>
            </a:extLst>
          </p:cNvPr>
          <p:cNvCxnSpPr>
            <a:cxnSpLocks/>
            <a:stCxn id="19" idx="3"/>
            <a:endCxn id="12" idx="1"/>
          </p:cNvCxnSpPr>
          <p:nvPr/>
        </p:nvCxnSpPr>
        <p:spPr>
          <a:xfrm flipV="1">
            <a:off x="3296309" y="3975800"/>
            <a:ext cx="474644" cy="6532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5FFA6A2-428F-0776-E6C7-348502A76268}"/>
              </a:ext>
            </a:extLst>
          </p:cNvPr>
          <p:cNvCxnSpPr>
            <a:cxnSpLocks/>
            <a:stCxn id="19" idx="3"/>
            <a:endCxn id="10" idx="1"/>
          </p:cNvCxnSpPr>
          <p:nvPr/>
        </p:nvCxnSpPr>
        <p:spPr>
          <a:xfrm>
            <a:off x="3296309" y="4629036"/>
            <a:ext cx="475907" cy="763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9FE4FE7-90C8-2D14-54E6-2ECF9E91A1FB}"/>
              </a:ext>
            </a:extLst>
          </p:cNvPr>
          <p:cNvCxnSpPr>
            <a:cxnSpLocks/>
            <a:stCxn id="19" idx="3"/>
            <a:endCxn id="14" idx="1"/>
          </p:cNvCxnSpPr>
          <p:nvPr/>
        </p:nvCxnSpPr>
        <p:spPr>
          <a:xfrm>
            <a:off x="3296309" y="4629036"/>
            <a:ext cx="474644" cy="14898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DCBB826-F9A3-4527-67C9-CC676CFE1E34}"/>
              </a:ext>
            </a:extLst>
          </p:cNvPr>
          <p:cNvCxnSpPr>
            <a:cxnSpLocks/>
            <a:stCxn id="19" idx="3"/>
            <a:endCxn id="9" idx="1"/>
          </p:cNvCxnSpPr>
          <p:nvPr/>
        </p:nvCxnSpPr>
        <p:spPr>
          <a:xfrm flipV="1">
            <a:off x="3296309" y="2746862"/>
            <a:ext cx="323507" cy="1882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775AC92-9A46-DB29-EA30-8F75A970A84D}"/>
              </a:ext>
            </a:extLst>
          </p:cNvPr>
          <p:cNvCxnSpPr>
            <a:cxnSpLocks/>
            <a:stCxn id="9" idx="3"/>
            <a:endCxn id="20" idx="0"/>
          </p:cNvCxnSpPr>
          <p:nvPr/>
        </p:nvCxnSpPr>
        <p:spPr>
          <a:xfrm>
            <a:off x="5067616" y="2746862"/>
            <a:ext cx="1336179" cy="4936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3F0F68E-DCCE-3B09-BCD6-F6D3ACA03E40}"/>
              </a:ext>
            </a:extLst>
          </p:cNvPr>
          <p:cNvCxnSpPr>
            <a:cxnSpLocks/>
            <a:stCxn id="20" idx="2"/>
            <a:endCxn id="13" idx="0"/>
          </p:cNvCxnSpPr>
          <p:nvPr/>
        </p:nvCxnSpPr>
        <p:spPr>
          <a:xfrm flipH="1">
            <a:off x="4486039" y="3562806"/>
            <a:ext cx="1917756" cy="815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CB1B97F-DDB6-0B2C-F248-92C2883C02AB}"/>
              </a:ext>
            </a:extLst>
          </p:cNvPr>
          <p:cNvCxnSpPr>
            <a:cxnSpLocks/>
            <a:stCxn id="20" idx="2"/>
            <a:endCxn id="12" idx="0"/>
          </p:cNvCxnSpPr>
          <p:nvPr/>
        </p:nvCxnSpPr>
        <p:spPr>
          <a:xfrm flipH="1">
            <a:off x="4494853" y="3562806"/>
            <a:ext cx="1908942" cy="1081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820B812-1DF4-40DB-898E-412FCD449E72}"/>
              </a:ext>
            </a:extLst>
          </p:cNvPr>
          <p:cNvCxnSpPr>
            <a:cxnSpLocks/>
            <a:stCxn id="12" idx="3"/>
            <a:endCxn id="25" idx="1"/>
          </p:cNvCxnSpPr>
          <p:nvPr/>
        </p:nvCxnSpPr>
        <p:spPr>
          <a:xfrm>
            <a:off x="5218753" y="3975800"/>
            <a:ext cx="480665" cy="624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D53BAFA-6E51-2A7A-308B-4EFED3D18ED5}"/>
              </a:ext>
            </a:extLst>
          </p:cNvPr>
          <p:cNvCxnSpPr>
            <a:cxnSpLocks/>
            <a:stCxn id="10" idx="3"/>
            <a:endCxn id="22" idx="1"/>
          </p:cNvCxnSpPr>
          <p:nvPr/>
        </p:nvCxnSpPr>
        <p:spPr>
          <a:xfrm flipV="1">
            <a:off x="5220016" y="5355111"/>
            <a:ext cx="479402" cy="37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28C185C-A432-CCC1-AD1D-FD6D4A9DDBD4}"/>
              </a:ext>
            </a:extLst>
          </p:cNvPr>
          <p:cNvCxnSpPr>
            <a:cxnSpLocks/>
            <a:stCxn id="10" idx="3"/>
            <a:endCxn id="23" idx="1"/>
          </p:cNvCxnSpPr>
          <p:nvPr/>
        </p:nvCxnSpPr>
        <p:spPr>
          <a:xfrm>
            <a:off x="5220016" y="5392905"/>
            <a:ext cx="479402" cy="3365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679689C-E4CF-37E3-BE58-686A174A9545}"/>
              </a:ext>
            </a:extLst>
          </p:cNvPr>
          <p:cNvCxnSpPr>
            <a:cxnSpLocks/>
            <a:stCxn id="14" idx="3"/>
            <a:endCxn id="24" idx="1"/>
          </p:cNvCxnSpPr>
          <p:nvPr/>
        </p:nvCxnSpPr>
        <p:spPr>
          <a:xfrm flipV="1">
            <a:off x="5218753" y="6112557"/>
            <a:ext cx="480665" cy="6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90525EA-D132-13E7-8EB4-896BA3A21633}"/>
              </a:ext>
            </a:extLst>
          </p:cNvPr>
          <p:cNvCxnSpPr>
            <a:cxnSpLocks/>
            <a:stCxn id="13" idx="3"/>
            <a:endCxn id="21" idx="1"/>
          </p:cNvCxnSpPr>
          <p:nvPr/>
        </p:nvCxnSpPr>
        <p:spPr>
          <a:xfrm>
            <a:off x="5209939" y="4682728"/>
            <a:ext cx="489479" cy="289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5DEC7E70-227C-A793-4CE3-577B7E0029F4}"/>
              </a:ext>
            </a:extLst>
          </p:cNvPr>
          <p:cNvCxnSpPr>
            <a:cxnSpLocks/>
            <a:stCxn id="62" idx="3"/>
            <a:endCxn id="17" idx="1"/>
          </p:cNvCxnSpPr>
          <p:nvPr/>
        </p:nvCxnSpPr>
        <p:spPr>
          <a:xfrm flipV="1">
            <a:off x="7375426" y="4164021"/>
            <a:ext cx="645097" cy="6985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DA239865-A71C-3F89-622B-CF35BA7DEE05}"/>
              </a:ext>
            </a:extLst>
          </p:cNvPr>
          <p:cNvCxnSpPr>
            <a:cxnSpLocks/>
            <a:stCxn id="62" idx="3"/>
            <a:endCxn id="16" idx="1"/>
          </p:cNvCxnSpPr>
          <p:nvPr/>
        </p:nvCxnSpPr>
        <p:spPr>
          <a:xfrm flipV="1">
            <a:off x="7375426" y="3419484"/>
            <a:ext cx="645097" cy="14431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7A50EBEA-CEE4-F6B0-4FED-F6F97079976E}"/>
              </a:ext>
            </a:extLst>
          </p:cNvPr>
          <p:cNvCxnSpPr>
            <a:cxnSpLocks/>
            <a:stCxn id="62" idx="3"/>
            <a:endCxn id="15" idx="1"/>
          </p:cNvCxnSpPr>
          <p:nvPr/>
        </p:nvCxnSpPr>
        <p:spPr>
          <a:xfrm flipV="1">
            <a:off x="7375426" y="2695987"/>
            <a:ext cx="645097" cy="2166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B7BE205-58C9-2B43-E386-77B342EF3187}"/>
              </a:ext>
            </a:extLst>
          </p:cNvPr>
          <p:cNvCxnSpPr>
            <a:cxnSpLocks/>
            <a:stCxn id="15" idx="3"/>
            <a:endCxn id="26" idx="1"/>
          </p:cNvCxnSpPr>
          <p:nvPr/>
        </p:nvCxnSpPr>
        <p:spPr>
          <a:xfrm flipV="1">
            <a:off x="9468323" y="2596720"/>
            <a:ext cx="390367" cy="99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FBC5D00-0E6C-660D-4660-13E95379B12F}"/>
              </a:ext>
            </a:extLst>
          </p:cNvPr>
          <p:cNvCxnSpPr>
            <a:cxnSpLocks/>
            <a:stCxn id="17" idx="3"/>
            <a:endCxn id="28" idx="1"/>
          </p:cNvCxnSpPr>
          <p:nvPr/>
        </p:nvCxnSpPr>
        <p:spPr>
          <a:xfrm flipV="1">
            <a:off x="9468323" y="3362740"/>
            <a:ext cx="390367" cy="8012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F5CFCF23-06F6-D4FB-E42E-2C9041B3B84F}"/>
              </a:ext>
            </a:extLst>
          </p:cNvPr>
          <p:cNvCxnSpPr>
            <a:cxnSpLocks/>
            <a:stCxn id="16" idx="3"/>
            <a:endCxn id="27" idx="1"/>
          </p:cNvCxnSpPr>
          <p:nvPr/>
        </p:nvCxnSpPr>
        <p:spPr>
          <a:xfrm flipV="1">
            <a:off x="9468323" y="2979623"/>
            <a:ext cx="390367" cy="4398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9CDB2D7A-EE22-F8A9-C97B-D77FEB169B6D}"/>
              </a:ext>
            </a:extLst>
          </p:cNvPr>
          <p:cNvCxnSpPr>
            <a:cxnSpLocks/>
            <a:stCxn id="19" idx="3"/>
            <a:endCxn id="13" idx="1"/>
          </p:cNvCxnSpPr>
          <p:nvPr/>
        </p:nvCxnSpPr>
        <p:spPr>
          <a:xfrm>
            <a:off x="3296309" y="4629036"/>
            <a:ext cx="465830" cy="536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9442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093DB96-D658-D358-D6CA-A63ECC6D732A}"/>
              </a:ext>
            </a:extLst>
          </p:cNvPr>
          <p:cNvSpPr/>
          <p:nvPr/>
        </p:nvSpPr>
        <p:spPr>
          <a:xfrm>
            <a:off x="3095305" y="3563746"/>
            <a:ext cx="1447800" cy="609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Route planning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60FFBFB-8A6F-CA91-2990-08B726ED1C95}"/>
              </a:ext>
            </a:extLst>
          </p:cNvPr>
          <p:cNvSpPr/>
          <p:nvPr/>
        </p:nvSpPr>
        <p:spPr>
          <a:xfrm>
            <a:off x="4882264" y="4334870"/>
            <a:ext cx="1447800" cy="609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Driving logic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AB414D-94DE-B6A5-2656-4721625F3130}"/>
              </a:ext>
            </a:extLst>
          </p:cNvPr>
          <p:cNvSpPr/>
          <p:nvPr/>
        </p:nvSpPr>
        <p:spPr>
          <a:xfrm>
            <a:off x="6615664" y="5096899"/>
            <a:ext cx="1447800" cy="609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Motion planning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8992A36-BE11-8D2D-1C1B-AF925AA96D11}"/>
              </a:ext>
            </a:extLst>
          </p:cNvPr>
          <p:cNvSpPr/>
          <p:nvPr/>
        </p:nvSpPr>
        <p:spPr>
          <a:xfrm>
            <a:off x="8534400" y="5828520"/>
            <a:ext cx="1447800" cy="609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Trajectory tracking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8FB19A-8960-502A-368A-5288965BAFB4}"/>
              </a:ext>
            </a:extLst>
          </p:cNvPr>
          <p:cNvSpPr/>
          <p:nvPr/>
        </p:nvSpPr>
        <p:spPr>
          <a:xfrm>
            <a:off x="6635188" y="4478538"/>
            <a:ext cx="1408753" cy="32226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8F5D6B-A7FE-511D-7FD9-9940E2E4BF09}"/>
              </a:ext>
            </a:extLst>
          </p:cNvPr>
          <p:cNvSpPr/>
          <p:nvPr/>
        </p:nvSpPr>
        <p:spPr>
          <a:xfrm>
            <a:off x="8553923" y="5240568"/>
            <a:ext cx="1408753" cy="32226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trajectory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FE048EC-41AA-886D-8015-EEBDC2037FB2}"/>
              </a:ext>
            </a:extLst>
          </p:cNvPr>
          <p:cNvCxnSpPr>
            <a:cxnSpLocks/>
            <a:stCxn id="17" idx="3"/>
            <a:endCxn id="3" idx="1"/>
          </p:cNvCxnSpPr>
          <p:nvPr/>
        </p:nvCxnSpPr>
        <p:spPr>
          <a:xfrm flipV="1">
            <a:off x="2261130" y="4639670"/>
            <a:ext cx="2621134" cy="1317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F02681F-431B-42DF-1527-0EFA63812ECA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6330064" y="4639670"/>
            <a:ext cx="3051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17D7595-6DCC-A394-B85A-186FC918EF00}"/>
              </a:ext>
            </a:extLst>
          </p:cNvPr>
          <p:cNvCxnSpPr>
            <a:cxnSpLocks/>
            <a:stCxn id="7" idx="2"/>
            <a:endCxn id="5" idx="0"/>
          </p:cNvCxnSpPr>
          <p:nvPr/>
        </p:nvCxnSpPr>
        <p:spPr>
          <a:xfrm>
            <a:off x="9258300" y="5562831"/>
            <a:ext cx="0" cy="26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EC74F41-4E4B-8E68-85DD-ACECFB6E7466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>
            <a:off x="2860339" y="3076604"/>
            <a:ext cx="248964" cy="1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77CBAC4-FC61-A729-9159-B3E2880C0F05}"/>
              </a:ext>
            </a:extLst>
          </p:cNvPr>
          <p:cNvCxnSpPr>
            <a:cxnSpLocks/>
            <a:stCxn id="5" idx="3"/>
            <a:endCxn id="13" idx="1"/>
          </p:cNvCxnSpPr>
          <p:nvPr/>
        </p:nvCxnSpPr>
        <p:spPr>
          <a:xfrm>
            <a:off x="9982200" y="6133320"/>
            <a:ext cx="254368" cy="44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EFE6047-439A-2BEB-BE9E-170BB3B41E8C}"/>
              </a:ext>
            </a:extLst>
          </p:cNvPr>
          <p:cNvSpPr/>
          <p:nvPr/>
        </p:nvSpPr>
        <p:spPr>
          <a:xfrm>
            <a:off x="10236568" y="5832935"/>
            <a:ext cx="1447800" cy="60960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Vehicle commands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4510E0-AFC2-BA0C-C8A5-0BEC245CBCAD}"/>
              </a:ext>
            </a:extLst>
          </p:cNvPr>
          <p:cNvSpPr/>
          <p:nvPr/>
        </p:nvSpPr>
        <p:spPr>
          <a:xfrm>
            <a:off x="938576" y="5416124"/>
            <a:ext cx="1322554" cy="32226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scene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0F1B7B8-27B4-300F-2BAB-5DADE75D4FDA}"/>
              </a:ext>
            </a:extLst>
          </p:cNvPr>
          <p:cNvSpPr/>
          <p:nvPr/>
        </p:nvSpPr>
        <p:spPr>
          <a:xfrm>
            <a:off x="938576" y="5796272"/>
            <a:ext cx="1322554" cy="32226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scene preds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2CF6128-3166-21EF-21CD-ECE9ADA654BF}"/>
              </a:ext>
            </a:extLst>
          </p:cNvPr>
          <p:cNvSpPr/>
          <p:nvPr/>
        </p:nvSpPr>
        <p:spPr>
          <a:xfrm>
            <a:off x="4895293" y="3707415"/>
            <a:ext cx="1408753" cy="32226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route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A67C20F-3BA3-FC65-07EB-F25CEADDECCA}"/>
              </a:ext>
            </a:extLst>
          </p:cNvPr>
          <p:cNvCxnSpPr>
            <a:cxnSpLocks/>
            <a:stCxn id="16" idx="3"/>
            <a:endCxn id="3" idx="1"/>
          </p:cNvCxnSpPr>
          <p:nvPr/>
        </p:nvCxnSpPr>
        <p:spPr>
          <a:xfrm flipV="1">
            <a:off x="2261130" y="4639670"/>
            <a:ext cx="2621134" cy="937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98DC4A4-90CF-3316-2462-6A57A3F5D715}"/>
              </a:ext>
            </a:extLst>
          </p:cNvPr>
          <p:cNvSpPr/>
          <p:nvPr/>
        </p:nvSpPr>
        <p:spPr>
          <a:xfrm>
            <a:off x="1412539" y="2771804"/>
            <a:ext cx="1447800" cy="609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Mission execution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3E0D060-A34C-466F-101D-39AF7CBCD70A}"/>
              </a:ext>
            </a:extLst>
          </p:cNvPr>
          <p:cNvSpPr/>
          <p:nvPr/>
        </p:nvSpPr>
        <p:spPr>
          <a:xfrm>
            <a:off x="3109303" y="2917433"/>
            <a:ext cx="1408753" cy="32226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mission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2B4AF83-525C-EFC0-7FC6-454AF628B426}"/>
              </a:ext>
            </a:extLst>
          </p:cNvPr>
          <p:cNvCxnSpPr>
            <a:cxnSpLocks/>
            <a:stCxn id="22" idx="2"/>
            <a:endCxn id="3" idx="0"/>
          </p:cNvCxnSpPr>
          <p:nvPr/>
        </p:nvCxnSpPr>
        <p:spPr>
          <a:xfrm>
            <a:off x="3813680" y="3239696"/>
            <a:ext cx="1792484" cy="1095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40C60B6-5BEE-2F69-228E-C22F8BA41D0A}"/>
              </a:ext>
            </a:extLst>
          </p:cNvPr>
          <p:cNvCxnSpPr>
            <a:cxnSpLocks/>
            <a:stCxn id="16" idx="3"/>
            <a:endCxn id="2" idx="1"/>
          </p:cNvCxnSpPr>
          <p:nvPr/>
        </p:nvCxnSpPr>
        <p:spPr>
          <a:xfrm flipV="1">
            <a:off x="2261130" y="3868546"/>
            <a:ext cx="834175" cy="17087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5FEC975-FAE1-D869-B33D-F9FB87665D54}"/>
              </a:ext>
            </a:extLst>
          </p:cNvPr>
          <p:cNvCxnSpPr>
            <a:cxnSpLocks/>
            <a:stCxn id="2" idx="3"/>
            <a:endCxn id="18" idx="1"/>
          </p:cNvCxnSpPr>
          <p:nvPr/>
        </p:nvCxnSpPr>
        <p:spPr>
          <a:xfrm>
            <a:off x="4543105" y="3868546"/>
            <a:ext cx="35218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E0042A1-9826-5ACD-9461-D340D63ADF55}"/>
              </a:ext>
            </a:extLst>
          </p:cNvPr>
          <p:cNvCxnSpPr>
            <a:cxnSpLocks/>
            <a:stCxn id="18" idx="2"/>
            <a:endCxn id="3" idx="0"/>
          </p:cNvCxnSpPr>
          <p:nvPr/>
        </p:nvCxnSpPr>
        <p:spPr>
          <a:xfrm>
            <a:off x="5599670" y="4029678"/>
            <a:ext cx="6494" cy="305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7CA8CAF-0D7B-2A03-07DF-C062A3C99B81}"/>
              </a:ext>
            </a:extLst>
          </p:cNvPr>
          <p:cNvCxnSpPr>
            <a:cxnSpLocks/>
            <a:stCxn id="22" idx="2"/>
            <a:endCxn id="2" idx="0"/>
          </p:cNvCxnSpPr>
          <p:nvPr/>
        </p:nvCxnSpPr>
        <p:spPr>
          <a:xfrm>
            <a:off x="3813680" y="3239696"/>
            <a:ext cx="5525" cy="324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2C4F8C8-0A16-EFC0-6259-51F2B5A62949}"/>
              </a:ext>
            </a:extLst>
          </p:cNvPr>
          <p:cNvCxnSpPr>
            <a:cxnSpLocks/>
            <a:stCxn id="6" idx="2"/>
            <a:endCxn id="4" idx="0"/>
          </p:cNvCxnSpPr>
          <p:nvPr/>
        </p:nvCxnSpPr>
        <p:spPr>
          <a:xfrm flipH="1">
            <a:off x="7339564" y="4800801"/>
            <a:ext cx="1" cy="296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6C70AB1-C5AB-EDA5-D64E-924895E7E730}"/>
              </a:ext>
            </a:extLst>
          </p:cNvPr>
          <p:cNvCxnSpPr>
            <a:cxnSpLocks/>
            <a:stCxn id="18" idx="2"/>
            <a:endCxn id="4" idx="0"/>
          </p:cNvCxnSpPr>
          <p:nvPr/>
        </p:nvCxnSpPr>
        <p:spPr>
          <a:xfrm>
            <a:off x="5599670" y="4029678"/>
            <a:ext cx="1739894" cy="1067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944632C-1EEA-8A71-4AAA-03656E35D539}"/>
              </a:ext>
            </a:extLst>
          </p:cNvPr>
          <p:cNvCxnSpPr>
            <a:cxnSpLocks/>
            <a:stCxn id="16" idx="3"/>
            <a:endCxn id="4" idx="1"/>
          </p:cNvCxnSpPr>
          <p:nvPr/>
        </p:nvCxnSpPr>
        <p:spPr>
          <a:xfrm flipV="1">
            <a:off x="2261130" y="5401699"/>
            <a:ext cx="4354534" cy="175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E05F7E6-471A-F265-FACB-87CBEB055A26}"/>
              </a:ext>
            </a:extLst>
          </p:cNvPr>
          <p:cNvCxnSpPr>
            <a:cxnSpLocks/>
            <a:stCxn id="17" idx="3"/>
            <a:endCxn id="4" idx="1"/>
          </p:cNvCxnSpPr>
          <p:nvPr/>
        </p:nvCxnSpPr>
        <p:spPr>
          <a:xfrm flipV="1">
            <a:off x="2261130" y="5401699"/>
            <a:ext cx="4354534" cy="5557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4D40136-0EC0-5DFC-1F18-5B317474511D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8063464" y="5401699"/>
            <a:ext cx="49045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E65DFFE-ED1F-740D-FFAF-6E89794648BD}"/>
              </a:ext>
            </a:extLst>
          </p:cNvPr>
          <p:cNvSpPr/>
          <p:nvPr/>
        </p:nvSpPr>
        <p:spPr>
          <a:xfrm>
            <a:off x="1412539" y="1889182"/>
            <a:ext cx="1447800" cy="6096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Rider input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70F6BD8-2469-DF54-3C38-850AC099DA25}"/>
              </a:ext>
            </a:extLst>
          </p:cNvPr>
          <p:cNvCxnSpPr>
            <a:cxnSpLocks/>
            <a:stCxn id="33" idx="2"/>
            <a:endCxn id="21" idx="0"/>
          </p:cNvCxnSpPr>
          <p:nvPr/>
        </p:nvCxnSpPr>
        <p:spPr>
          <a:xfrm>
            <a:off x="2136439" y="2498782"/>
            <a:ext cx="0" cy="2730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B5A302E3-9446-5D60-4FD7-FDA76865B1AE}"/>
              </a:ext>
            </a:extLst>
          </p:cNvPr>
          <p:cNvSpPr/>
          <p:nvPr/>
        </p:nvSpPr>
        <p:spPr>
          <a:xfrm>
            <a:off x="938576" y="5035485"/>
            <a:ext cx="1322554" cy="32226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vehicle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E3120CD-86E1-FBC8-DB66-0AD2681B7F6F}"/>
              </a:ext>
            </a:extLst>
          </p:cNvPr>
          <p:cNvCxnSpPr>
            <a:cxnSpLocks/>
            <a:stCxn id="41" idx="3"/>
            <a:endCxn id="2" idx="1"/>
          </p:cNvCxnSpPr>
          <p:nvPr/>
        </p:nvCxnSpPr>
        <p:spPr>
          <a:xfrm flipV="1">
            <a:off x="2261130" y="3868546"/>
            <a:ext cx="834175" cy="13280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38375CA-4207-5052-1D8B-4C9CF96CB75F}"/>
              </a:ext>
            </a:extLst>
          </p:cNvPr>
          <p:cNvCxnSpPr>
            <a:cxnSpLocks/>
            <a:stCxn id="41" idx="3"/>
            <a:endCxn id="3" idx="1"/>
          </p:cNvCxnSpPr>
          <p:nvPr/>
        </p:nvCxnSpPr>
        <p:spPr>
          <a:xfrm flipV="1">
            <a:off x="2261130" y="4639670"/>
            <a:ext cx="2621134" cy="5569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51ADDBCA-CD95-F61D-5177-C79CF62EE4D9}"/>
              </a:ext>
            </a:extLst>
          </p:cNvPr>
          <p:cNvCxnSpPr>
            <a:cxnSpLocks/>
            <a:stCxn id="41" idx="3"/>
            <a:endCxn id="4" idx="1"/>
          </p:cNvCxnSpPr>
          <p:nvPr/>
        </p:nvCxnSpPr>
        <p:spPr>
          <a:xfrm>
            <a:off x="2261130" y="5196617"/>
            <a:ext cx="4354534" cy="205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A6D69802-05BD-62B9-E0DF-7BE7D8CC6AB1}"/>
              </a:ext>
            </a:extLst>
          </p:cNvPr>
          <p:cNvCxnSpPr>
            <a:cxnSpLocks/>
            <a:stCxn id="41" idx="3"/>
            <a:endCxn id="5" idx="1"/>
          </p:cNvCxnSpPr>
          <p:nvPr/>
        </p:nvCxnSpPr>
        <p:spPr>
          <a:xfrm>
            <a:off x="2261130" y="5196617"/>
            <a:ext cx="6273270" cy="9367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8761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66">
            <a:extLst>
              <a:ext uri="{FF2B5EF4-FFF2-40B4-BE49-F238E27FC236}">
                <a16:creationId xmlns:a16="http://schemas.microsoft.com/office/drawing/2014/main" id="{20124096-C606-009F-73C5-0E6CC6E2AEE8}"/>
              </a:ext>
            </a:extLst>
          </p:cNvPr>
          <p:cNvGrpSpPr/>
          <p:nvPr/>
        </p:nvGrpSpPr>
        <p:grpSpPr>
          <a:xfrm>
            <a:off x="3369842" y="537684"/>
            <a:ext cx="3132870" cy="1891965"/>
            <a:chOff x="5055285" y="537683"/>
            <a:chExt cx="4198916" cy="2535759"/>
          </a:xfrm>
        </p:grpSpPr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C75A0748-08DE-1E1B-E2B4-9CDC832CD9DC}"/>
                </a:ext>
              </a:extLst>
            </p:cNvPr>
            <p:cNvSpPr/>
            <p:nvPr/>
          </p:nvSpPr>
          <p:spPr>
            <a:xfrm>
              <a:off x="5086548" y="1031014"/>
              <a:ext cx="3678382" cy="1959302"/>
            </a:xfrm>
            <a:custGeom>
              <a:avLst/>
              <a:gdLst>
                <a:gd name="csX0" fmla="*/ 0 w 3678382"/>
                <a:gd name="csY0" fmla="*/ 1943151 h 2111162"/>
                <a:gd name="csX1" fmla="*/ 280554 w 3678382"/>
                <a:gd name="csY1" fmla="*/ 1932760 h 2111162"/>
                <a:gd name="csX2" fmla="*/ 368877 w 3678382"/>
                <a:gd name="csY2" fmla="*/ 114351 h 2111162"/>
                <a:gd name="csX3" fmla="*/ 472786 w 3678382"/>
                <a:gd name="csY3" fmla="*/ 1698964 h 2111162"/>
                <a:gd name="csX4" fmla="*/ 722168 w 3678382"/>
                <a:gd name="csY4" fmla="*/ 1828851 h 2111162"/>
                <a:gd name="csX5" fmla="*/ 779318 w 3678382"/>
                <a:gd name="csY5" fmla="*/ 649483 h 2111162"/>
                <a:gd name="csX6" fmla="*/ 852054 w 3678382"/>
                <a:gd name="csY6" fmla="*/ 1750919 h 2111162"/>
                <a:gd name="csX7" fmla="*/ 1589809 w 3678382"/>
                <a:gd name="csY7" fmla="*/ 1854828 h 2111162"/>
                <a:gd name="csX8" fmla="*/ 1771650 w 3678382"/>
                <a:gd name="csY8" fmla="*/ 31223 h 2111162"/>
                <a:gd name="csX9" fmla="*/ 1854777 w 3678382"/>
                <a:gd name="csY9" fmla="*/ 1771701 h 2111162"/>
                <a:gd name="csX10" fmla="*/ 2748395 w 3678382"/>
                <a:gd name="csY10" fmla="*/ 1865219 h 2111162"/>
                <a:gd name="csX11" fmla="*/ 2852304 w 3678382"/>
                <a:gd name="csY11" fmla="*/ 51 h 2111162"/>
                <a:gd name="csX12" fmla="*/ 2961409 w 3678382"/>
                <a:gd name="csY12" fmla="*/ 1927564 h 2111162"/>
                <a:gd name="csX13" fmla="*/ 3678382 w 3678382"/>
                <a:gd name="csY13" fmla="*/ 1865219 h 2111162"/>
                <a:gd name="csX0" fmla="*/ 0 w 3678382"/>
                <a:gd name="csY0" fmla="*/ 1943527 h 2111538"/>
                <a:gd name="csX1" fmla="*/ 280554 w 3678382"/>
                <a:gd name="csY1" fmla="*/ 1933136 h 2111538"/>
                <a:gd name="csX2" fmla="*/ 368877 w 3678382"/>
                <a:gd name="csY2" fmla="*/ 114727 h 2111538"/>
                <a:gd name="csX3" fmla="*/ 472786 w 3678382"/>
                <a:gd name="csY3" fmla="*/ 1699340 h 2111538"/>
                <a:gd name="csX4" fmla="*/ 722168 w 3678382"/>
                <a:gd name="csY4" fmla="*/ 1829227 h 2111538"/>
                <a:gd name="csX5" fmla="*/ 779318 w 3678382"/>
                <a:gd name="csY5" fmla="*/ 649859 h 2111538"/>
                <a:gd name="csX6" fmla="*/ 852054 w 3678382"/>
                <a:gd name="csY6" fmla="*/ 1751295 h 2111538"/>
                <a:gd name="csX7" fmla="*/ 1589809 w 3678382"/>
                <a:gd name="csY7" fmla="*/ 1855204 h 2111538"/>
                <a:gd name="csX8" fmla="*/ 1771650 w 3678382"/>
                <a:gd name="csY8" fmla="*/ 31599 h 2111538"/>
                <a:gd name="csX9" fmla="*/ 1854777 w 3678382"/>
                <a:gd name="csY9" fmla="*/ 1772077 h 2111538"/>
                <a:gd name="csX10" fmla="*/ 2748395 w 3678382"/>
                <a:gd name="csY10" fmla="*/ 1865595 h 2111538"/>
                <a:gd name="csX11" fmla="*/ 2852304 w 3678382"/>
                <a:gd name="csY11" fmla="*/ 427 h 2111538"/>
                <a:gd name="csX12" fmla="*/ 2961409 w 3678382"/>
                <a:gd name="csY12" fmla="*/ 1694145 h 2111538"/>
                <a:gd name="csX13" fmla="*/ 3678382 w 3678382"/>
                <a:gd name="csY13" fmla="*/ 1865595 h 2111538"/>
                <a:gd name="csX0" fmla="*/ 0 w 3678382"/>
                <a:gd name="csY0" fmla="*/ 1943115 h 2111126"/>
                <a:gd name="csX1" fmla="*/ 280554 w 3678382"/>
                <a:gd name="csY1" fmla="*/ 1932724 h 2111126"/>
                <a:gd name="csX2" fmla="*/ 368877 w 3678382"/>
                <a:gd name="csY2" fmla="*/ 114315 h 2111126"/>
                <a:gd name="csX3" fmla="*/ 472786 w 3678382"/>
                <a:gd name="csY3" fmla="*/ 1698928 h 2111126"/>
                <a:gd name="csX4" fmla="*/ 722168 w 3678382"/>
                <a:gd name="csY4" fmla="*/ 1828815 h 2111126"/>
                <a:gd name="csX5" fmla="*/ 779318 w 3678382"/>
                <a:gd name="csY5" fmla="*/ 649447 h 2111126"/>
                <a:gd name="csX6" fmla="*/ 852054 w 3678382"/>
                <a:gd name="csY6" fmla="*/ 1750883 h 2111126"/>
                <a:gd name="csX7" fmla="*/ 1589809 w 3678382"/>
                <a:gd name="csY7" fmla="*/ 1854792 h 2111126"/>
                <a:gd name="csX8" fmla="*/ 1771650 w 3678382"/>
                <a:gd name="csY8" fmla="*/ 31187 h 2111126"/>
                <a:gd name="csX9" fmla="*/ 1854777 w 3678382"/>
                <a:gd name="csY9" fmla="*/ 1771665 h 2111126"/>
                <a:gd name="csX10" fmla="*/ 2738004 w 3678382"/>
                <a:gd name="csY10" fmla="*/ 1662560 h 2111126"/>
                <a:gd name="csX11" fmla="*/ 2852304 w 3678382"/>
                <a:gd name="csY11" fmla="*/ 15 h 2111126"/>
                <a:gd name="csX12" fmla="*/ 2961409 w 3678382"/>
                <a:gd name="csY12" fmla="*/ 1693733 h 2111126"/>
                <a:gd name="csX13" fmla="*/ 3678382 w 3678382"/>
                <a:gd name="csY13" fmla="*/ 1865183 h 2111126"/>
                <a:gd name="csX0" fmla="*/ 0 w 3678382"/>
                <a:gd name="csY0" fmla="*/ 1943115 h 2111126"/>
                <a:gd name="csX1" fmla="*/ 280554 w 3678382"/>
                <a:gd name="csY1" fmla="*/ 1932724 h 2111126"/>
                <a:gd name="csX2" fmla="*/ 368877 w 3678382"/>
                <a:gd name="csY2" fmla="*/ 114315 h 2111126"/>
                <a:gd name="csX3" fmla="*/ 472786 w 3678382"/>
                <a:gd name="csY3" fmla="*/ 1698928 h 2111126"/>
                <a:gd name="csX4" fmla="*/ 722168 w 3678382"/>
                <a:gd name="csY4" fmla="*/ 1828815 h 2111126"/>
                <a:gd name="csX5" fmla="*/ 779318 w 3678382"/>
                <a:gd name="csY5" fmla="*/ 649447 h 2111126"/>
                <a:gd name="csX6" fmla="*/ 852054 w 3678382"/>
                <a:gd name="csY6" fmla="*/ 1750883 h 2111126"/>
                <a:gd name="csX7" fmla="*/ 1620982 w 3678382"/>
                <a:gd name="csY7" fmla="*/ 1719711 h 2111126"/>
                <a:gd name="csX8" fmla="*/ 1771650 w 3678382"/>
                <a:gd name="csY8" fmla="*/ 31187 h 2111126"/>
                <a:gd name="csX9" fmla="*/ 1854777 w 3678382"/>
                <a:gd name="csY9" fmla="*/ 1771665 h 2111126"/>
                <a:gd name="csX10" fmla="*/ 2738004 w 3678382"/>
                <a:gd name="csY10" fmla="*/ 1662560 h 2111126"/>
                <a:gd name="csX11" fmla="*/ 2852304 w 3678382"/>
                <a:gd name="csY11" fmla="*/ 15 h 2111126"/>
                <a:gd name="csX12" fmla="*/ 2961409 w 3678382"/>
                <a:gd name="csY12" fmla="*/ 1693733 h 2111126"/>
                <a:gd name="csX13" fmla="*/ 3678382 w 3678382"/>
                <a:gd name="csY13" fmla="*/ 1865183 h 2111126"/>
                <a:gd name="csX0" fmla="*/ 0 w 3678382"/>
                <a:gd name="csY0" fmla="*/ 1943115 h 2035967"/>
                <a:gd name="csX1" fmla="*/ 311727 w 3678382"/>
                <a:gd name="csY1" fmla="*/ 1776860 h 2035967"/>
                <a:gd name="csX2" fmla="*/ 368877 w 3678382"/>
                <a:gd name="csY2" fmla="*/ 114315 h 2035967"/>
                <a:gd name="csX3" fmla="*/ 472786 w 3678382"/>
                <a:gd name="csY3" fmla="*/ 1698928 h 2035967"/>
                <a:gd name="csX4" fmla="*/ 722168 w 3678382"/>
                <a:gd name="csY4" fmla="*/ 1828815 h 2035967"/>
                <a:gd name="csX5" fmla="*/ 779318 w 3678382"/>
                <a:gd name="csY5" fmla="*/ 649447 h 2035967"/>
                <a:gd name="csX6" fmla="*/ 852054 w 3678382"/>
                <a:gd name="csY6" fmla="*/ 1750883 h 2035967"/>
                <a:gd name="csX7" fmla="*/ 1620982 w 3678382"/>
                <a:gd name="csY7" fmla="*/ 1719711 h 2035967"/>
                <a:gd name="csX8" fmla="*/ 1771650 w 3678382"/>
                <a:gd name="csY8" fmla="*/ 31187 h 2035967"/>
                <a:gd name="csX9" fmla="*/ 1854777 w 3678382"/>
                <a:gd name="csY9" fmla="*/ 1771665 h 2035967"/>
                <a:gd name="csX10" fmla="*/ 2738004 w 3678382"/>
                <a:gd name="csY10" fmla="*/ 1662560 h 2035967"/>
                <a:gd name="csX11" fmla="*/ 2852304 w 3678382"/>
                <a:gd name="csY11" fmla="*/ 15 h 2035967"/>
                <a:gd name="csX12" fmla="*/ 2961409 w 3678382"/>
                <a:gd name="csY12" fmla="*/ 1693733 h 2035967"/>
                <a:gd name="csX13" fmla="*/ 3678382 w 3678382"/>
                <a:gd name="csY13" fmla="*/ 1865183 h 2035967"/>
                <a:gd name="csX0" fmla="*/ 0 w 3678382"/>
                <a:gd name="csY0" fmla="*/ 1943115 h 1979321"/>
                <a:gd name="csX1" fmla="*/ 311727 w 3678382"/>
                <a:gd name="csY1" fmla="*/ 1776860 h 1979321"/>
                <a:gd name="csX2" fmla="*/ 368877 w 3678382"/>
                <a:gd name="csY2" fmla="*/ 114315 h 1979321"/>
                <a:gd name="csX3" fmla="*/ 472786 w 3678382"/>
                <a:gd name="csY3" fmla="*/ 1698928 h 1979321"/>
                <a:gd name="csX4" fmla="*/ 722168 w 3678382"/>
                <a:gd name="csY4" fmla="*/ 1828815 h 1979321"/>
                <a:gd name="csX5" fmla="*/ 779318 w 3678382"/>
                <a:gd name="csY5" fmla="*/ 649447 h 1979321"/>
                <a:gd name="csX6" fmla="*/ 852054 w 3678382"/>
                <a:gd name="csY6" fmla="*/ 1750883 h 1979321"/>
                <a:gd name="csX7" fmla="*/ 1620982 w 3678382"/>
                <a:gd name="csY7" fmla="*/ 1719711 h 1979321"/>
                <a:gd name="csX8" fmla="*/ 1771650 w 3678382"/>
                <a:gd name="csY8" fmla="*/ 31187 h 1979321"/>
                <a:gd name="csX9" fmla="*/ 1854777 w 3678382"/>
                <a:gd name="csY9" fmla="*/ 1771665 h 1979321"/>
                <a:gd name="csX10" fmla="*/ 2738004 w 3678382"/>
                <a:gd name="csY10" fmla="*/ 1662560 h 1979321"/>
                <a:gd name="csX11" fmla="*/ 2852304 w 3678382"/>
                <a:gd name="csY11" fmla="*/ 15 h 1979321"/>
                <a:gd name="csX12" fmla="*/ 2961409 w 3678382"/>
                <a:gd name="csY12" fmla="*/ 1693733 h 1979321"/>
                <a:gd name="csX13" fmla="*/ 3678382 w 3678382"/>
                <a:gd name="csY13" fmla="*/ 1865183 h 1979321"/>
                <a:gd name="csX0" fmla="*/ 0 w 3678382"/>
                <a:gd name="csY0" fmla="*/ 1943115 h 1979321"/>
                <a:gd name="csX1" fmla="*/ 311727 w 3678382"/>
                <a:gd name="csY1" fmla="*/ 1776860 h 1979321"/>
                <a:gd name="csX2" fmla="*/ 368877 w 3678382"/>
                <a:gd name="csY2" fmla="*/ 114315 h 1979321"/>
                <a:gd name="csX3" fmla="*/ 472786 w 3678382"/>
                <a:gd name="csY3" fmla="*/ 1698928 h 1979321"/>
                <a:gd name="csX4" fmla="*/ 722168 w 3678382"/>
                <a:gd name="csY4" fmla="*/ 1828815 h 1979321"/>
                <a:gd name="csX5" fmla="*/ 779318 w 3678382"/>
                <a:gd name="csY5" fmla="*/ 649447 h 1979321"/>
                <a:gd name="csX6" fmla="*/ 852054 w 3678382"/>
                <a:gd name="csY6" fmla="*/ 1750883 h 1979321"/>
                <a:gd name="csX7" fmla="*/ 1620982 w 3678382"/>
                <a:gd name="csY7" fmla="*/ 1719711 h 1979321"/>
                <a:gd name="csX8" fmla="*/ 1771650 w 3678382"/>
                <a:gd name="csY8" fmla="*/ 31187 h 1979321"/>
                <a:gd name="csX9" fmla="*/ 1854777 w 3678382"/>
                <a:gd name="csY9" fmla="*/ 1771665 h 1979321"/>
                <a:gd name="csX10" fmla="*/ 2738004 w 3678382"/>
                <a:gd name="csY10" fmla="*/ 1662560 h 1979321"/>
                <a:gd name="csX11" fmla="*/ 2852304 w 3678382"/>
                <a:gd name="csY11" fmla="*/ 15 h 1979321"/>
                <a:gd name="csX12" fmla="*/ 2961409 w 3678382"/>
                <a:gd name="csY12" fmla="*/ 1693733 h 1979321"/>
                <a:gd name="csX13" fmla="*/ 3678382 w 3678382"/>
                <a:gd name="csY13" fmla="*/ 1865183 h 1979321"/>
                <a:gd name="csX0" fmla="*/ 0 w 3678382"/>
                <a:gd name="csY0" fmla="*/ 1943115 h 1979321"/>
                <a:gd name="csX1" fmla="*/ 311727 w 3678382"/>
                <a:gd name="csY1" fmla="*/ 1776860 h 1979321"/>
                <a:gd name="csX2" fmla="*/ 368877 w 3678382"/>
                <a:gd name="csY2" fmla="*/ 114315 h 1979321"/>
                <a:gd name="csX3" fmla="*/ 472786 w 3678382"/>
                <a:gd name="csY3" fmla="*/ 1698928 h 1979321"/>
                <a:gd name="csX4" fmla="*/ 722168 w 3678382"/>
                <a:gd name="csY4" fmla="*/ 1828815 h 1979321"/>
                <a:gd name="csX5" fmla="*/ 779318 w 3678382"/>
                <a:gd name="csY5" fmla="*/ 649447 h 1979321"/>
                <a:gd name="csX6" fmla="*/ 852054 w 3678382"/>
                <a:gd name="csY6" fmla="*/ 1750883 h 1979321"/>
                <a:gd name="csX7" fmla="*/ 1620982 w 3678382"/>
                <a:gd name="csY7" fmla="*/ 1719711 h 1979321"/>
                <a:gd name="csX8" fmla="*/ 1771650 w 3678382"/>
                <a:gd name="csY8" fmla="*/ 31187 h 1979321"/>
                <a:gd name="csX9" fmla="*/ 1854777 w 3678382"/>
                <a:gd name="csY9" fmla="*/ 1771665 h 1979321"/>
                <a:gd name="csX10" fmla="*/ 2738004 w 3678382"/>
                <a:gd name="csY10" fmla="*/ 1662560 h 1979321"/>
                <a:gd name="csX11" fmla="*/ 2852304 w 3678382"/>
                <a:gd name="csY11" fmla="*/ 15 h 1979321"/>
                <a:gd name="csX12" fmla="*/ 2961409 w 3678382"/>
                <a:gd name="csY12" fmla="*/ 1693733 h 1979321"/>
                <a:gd name="csX13" fmla="*/ 3678382 w 3678382"/>
                <a:gd name="csY13" fmla="*/ 1865183 h 1979321"/>
                <a:gd name="csX0" fmla="*/ 0 w 3678382"/>
                <a:gd name="csY0" fmla="*/ 1943115 h 1979321"/>
                <a:gd name="csX1" fmla="*/ 311727 w 3678382"/>
                <a:gd name="csY1" fmla="*/ 1776860 h 1979321"/>
                <a:gd name="csX2" fmla="*/ 368877 w 3678382"/>
                <a:gd name="csY2" fmla="*/ 114315 h 1979321"/>
                <a:gd name="csX3" fmla="*/ 472786 w 3678382"/>
                <a:gd name="csY3" fmla="*/ 1698928 h 1979321"/>
                <a:gd name="csX4" fmla="*/ 722168 w 3678382"/>
                <a:gd name="csY4" fmla="*/ 1828815 h 1979321"/>
                <a:gd name="csX5" fmla="*/ 779318 w 3678382"/>
                <a:gd name="csY5" fmla="*/ 649447 h 1979321"/>
                <a:gd name="csX6" fmla="*/ 852054 w 3678382"/>
                <a:gd name="csY6" fmla="*/ 1750883 h 1979321"/>
                <a:gd name="csX7" fmla="*/ 1620982 w 3678382"/>
                <a:gd name="csY7" fmla="*/ 1719711 h 1979321"/>
                <a:gd name="csX8" fmla="*/ 1771650 w 3678382"/>
                <a:gd name="csY8" fmla="*/ 31187 h 1979321"/>
                <a:gd name="csX9" fmla="*/ 1854777 w 3678382"/>
                <a:gd name="csY9" fmla="*/ 1771665 h 1979321"/>
                <a:gd name="csX10" fmla="*/ 2738004 w 3678382"/>
                <a:gd name="csY10" fmla="*/ 1662560 h 1979321"/>
                <a:gd name="csX11" fmla="*/ 2852304 w 3678382"/>
                <a:gd name="csY11" fmla="*/ 15 h 1979321"/>
                <a:gd name="csX12" fmla="*/ 2961409 w 3678382"/>
                <a:gd name="csY12" fmla="*/ 1693733 h 1979321"/>
                <a:gd name="csX13" fmla="*/ 3678382 w 3678382"/>
                <a:gd name="csY13" fmla="*/ 1865183 h 1979321"/>
                <a:gd name="csX0" fmla="*/ 0 w 3678382"/>
                <a:gd name="csY0" fmla="*/ 1943115 h 1979321"/>
                <a:gd name="csX1" fmla="*/ 311727 w 3678382"/>
                <a:gd name="csY1" fmla="*/ 1776860 h 1979321"/>
                <a:gd name="csX2" fmla="*/ 368877 w 3678382"/>
                <a:gd name="csY2" fmla="*/ 114315 h 1979321"/>
                <a:gd name="csX3" fmla="*/ 472786 w 3678382"/>
                <a:gd name="csY3" fmla="*/ 1698928 h 1979321"/>
                <a:gd name="csX4" fmla="*/ 722168 w 3678382"/>
                <a:gd name="csY4" fmla="*/ 1828815 h 1979321"/>
                <a:gd name="csX5" fmla="*/ 779318 w 3678382"/>
                <a:gd name="csY5" fmla="*/ 649447 h 1979321"/>
                <a:gd name="csX6" fmla="*/ 852054 w 3678382"/>
                <a:gd name="csY6" fmla="*/ 1750883 h 1979321"/>
                <a:gd name="csX7" fmla="*/ 1620982 w 3678382"/>
                <a:gd name="csY7" fmla="*/ 1719711 h 1979321"/>
                <a:gd name="csX8" fmla="*/ 1771650 w 3678382"/>
                <a:gd name="csY8" fmla="*/ 31187 h 1979321"/>
                <a:gd name="csX9" fmla="*/ 1854777 w 3678382"/>
                <a:gd name="csY9" fmla="*/ 1771665 h 1979321"/>
                <a:gd name="csX10" fmla="*/ 2738004 w 3678382"/>
                <a:gd name="csY10" fmla="*/ 1662560 h 1979321"/>
                <a:gd name="csX11" fmla="*/ 2852304 w 3678382"/>
                <a:gd name="csY11" fmla="*/ 15 h 1979321"/>
                <a:gd name="csX12" fmla="*/ 2961409 w 3678382"/>
                <a:gd name="csY12" fmla="*/ 1693733 h 1979321"/>
                <a:gd name="csX13" fmla="*/ 3678382 w 3678382"/>
                <a:gd name="csY13" fmla="*/ 1865183 h 1979321"/>
                <a:gd name="csX0" fmla="*/ 0 w 3678382"/>
                <a:gd name="csY0" fmla="*/ 1943558 h 2040156"/>
                <a:gd name="csX1" fmla="*/ 311727 w 3678382"/>
                <a:gd name="csY1" fmla="*/ 1777303 h 2040156"/>
                <a:gd name="csX2" fmla="*/ 368877 w 3678382"/>
                <a:gd name="csY2" fmla="*/ 114758 h 2040156"/>
                <a:gd name="csX3" fmla="*/ 472786 w 3678382"/>
                <a:gd name="csY3" fmla="*/ 1699371 h 2040156"/>
                <a:gd name="csX4" fmla="*/ 722168 w 3678382"/>
                <a:gd name="csY4" fmla="*/ 1829258 h 2040156"/>
                <a:gd name="csX5" fmla="*/ 779318 w 3678382"/>
                <a:gd name="csY5" fmla="*/ 649890 h 2040156"/>
                <a:gd name="csX6" fmla="*/ 852054 w 3678382"/>
                <a:gd name="csY6" fmla="*/ 1751326 h 2040156"/>
                <a:gd name="csX7" fmla="*/ 1620982 w 3678382"/>
                <a:gd name="csY7" fmla="*/ 1720154 h 2040156"/>
                <a:gd name="csX8" fmla="*/ 1771650 w 3678382"/>
                <a:gd name="csY8" fmla="*/ 31630 h 2040156"/>
                <a:gd name="csX9" fmla="*/ 1854777 w 3678382"/>
                <a:gd name="csY9" fmla="*/ 1772108 h 2040156"/>
                <a:gd name="csX10" fmla="*/ 2738004 w 3678382"/>
                <a:gd name="csY10" fmla="*/ 1663003 h 2040156"/>
                <a:gd name="csX11" fmla="*/ 2852304 w 3678382"/>
                <a:gd name="csY11" fmla="*/ 458 h 2040156"/>
                <a:gd name="csX12" fmla="*/ 3070514 w 3678382"/>
                <a:gd name="csY12" fmla="*/ 1839649 h 2040156"/>
                <a:gd name="csX13" fmla="*/ 3678382 w 3678382"/>
                <a:gd name="csY13" fmla="*/ 1865626 h 2040156"/>
                <a:gd name="csX0" fmla="*/ 0 w 3678382"/>
                <a:gd name="csY0" fmla="*/ 1943558 h 1979764"/>
                <a:gd name="csX1" fmla="*/ 311727 w 3678382"/>
                <a:gd name="csY1" fmla="*/ 1777303 h 1979764"/>
                <a:gd name="csX2" fmla="*/ 368877 w 3678382"/>
                <a:gd name="csY2" fmla="*/ 114758 h 1979764"/>
                <a:gd name="csX3" fmla="*/ 472786 w 3678382"/>
                <a:gd name="csY3" fmla="*/ 1699371 h 1979764"/>
                <a:gd name="csX4" fmla="*/ 722168 w 3678382"/>
                <a:gd name="csY4" fmla="*/ 1829258 h 1979764"/>
                <a:gd name="csX5" fmla="*/ 779318 w 3678382"/>
                <a:gd name="csY5" fmla="*/ 649890 h 1979764"/>
                <a:gd name="csX6" fmla="*/ 852054 w 3678382"/>
                <a:gd name="csY6" fmla="*/ 1751326 h 1979764"/>
                <a:gd name="csX7" fmla="*/ 1620982 w 3678382"/>
                <a:gd name="csY7" fmla="*/ 1720154 h 1979764"/>
                <a:gd name="csX8" fmla="*/ 1771650 w 3678382"/>
                <a:gd name="csY8" fmla="*/ 31630 h 1979764"/>
                <a:gd name="csX9" fmla="*/ 1854777 w 3678382"/>
                <a:gd name="csY9" fmla="*/ 1772108 h 1979764"/>
                <a:gd name="csX10" fmla="*/ 2738004 w 3678382"/>
                <a:gd name="csY10" fmla="*/ 1663003 h 1979764"/>
                <a:gd name="csX11" fmla="*/ 2852304 w 3678382"/>
                <a:gd name="csY11" fmla="*/ 458 h 1979764"/>
                <a:gd name="csX12" fmla="*/ 3070514 w 3678382"/>
                <a:gd name="csY12" fmla="*/ 1839649 h 1979764"/>
                <a:gd name="csX13" fmla="*/ 3678382 w 3678382"/>
                <a:gd name="csY13" fmla="*/ 1865626 h 1979764"/>
                <a:gd name="csX0" fmla="*/ 0 w 3678382"/>
                <a:gd name="csY0" fmla="*/ 1943558 h 1979764"/>
                <a:gd name="csX1" fmla="*/ 311727 w 3678382"/>
                <a:gd name="csY1" fmla="*/ 1777303 h 1979764"/>
                <a:gd name="csX2" fmla="*/ 368877 w 3678382"/>
                <a:gd name="csY2" fmla="*/ 114758 h 1979764"/>
                <a:gd name="csX3" fmla="*/ 472786 w 3678382"/>
                <a:gd name="csY3" fmla="*/ 1699371 h 1979764"/>
                <a:gd name="csX4" fmla="*/ 722168 w 3678382"/>
                <a:gd name="csY4" fmla="*/ 1829258 h 1979764"/>
                <a:gd name="csX5" fmla="*/ 779318 w 3678382"/>
                <a:gd name="csY5" fmla="*/ 649890 h 1979764"/>
                <a:gd name="csX6" fmla="*/ 852054 w 3678382"/>
                <a:gd name="csY6" fmla="*/ 1751326 h 1979764"/>
                <a:gd name="csX7" fmla="*/ 1620982 w 3678382"/>
                <a:gd name="csY7" fmla="*/ 1720154 h 1979764"/>
                <a:gd name="csX8" fmla="*/ 1771650 w 3678382"/>
                <a:gd name="csY8" fmla="*/ 31630 h 1979764"/>
                <a:gd name="csX9" fmla="*/ 1854777 w 3678382"/>
                <a:gd name="csY9" fmla="*/ 1772108 h 1979764"/>
                <a:gd name="csX10" fmla="*/ 2738004 w 3678382"/>
                <a:gd name="csY10" fmla="*/ 1663003 h 1979764"/>
                <a:gd name="csX11" fmla="*/ 2852304 w 3678382"/>
                <a:gd name="csY11" fmla="*/ 458 h 1979764"/>
                <a:gd name="csX12" fmla="*/ 3070514 w 3678382"/>
                <a:gd name="csY12" fmla="*/ 1839649 h 1979764"/>
                <a:gd name="csX13" fmla="*/ 3678382 w 3678382"/>
                <a:gd name="csY13" fmla="*/ 1865626 h 1979764"/>
                <a:gd name="csX0" fmla="*/ 0 w 3678382"/>
                <a:gd name="csY0" fmla="*/ 1943102 h 2025202"/>
                <a:gd name="csX1" fmla="*/ 311727 w 3678382"/>
                <a:gd name="csY1" fmla="*/ 1776847 h 2025202"/>
                <a:gd name="csX2" fmla="*/ 368877 w 3678382"/>
                <a:gd name="csY2" fmla="*/ 114302 h 2025202"/>
                <a:gd name="csX3" fmla="*/ 472786 w 3678382"/>
                <a:gd name="csY3" fmla="*/ 1698915 h 2025202"/>
                <a:gd name="csX4" fmla="*/ 722168 w 3678382"/>
                <a:gd name="csY4" fmla="*/ 1828802 h 2025202"/>
                <a:gd name="csX5" fmla="*/ 779318 w 3678382"/>
                <a:gd name="csY5" fmla="*/ 649434 h 2025202"/>
                <a:gd name="csX6" fmla="*/ 852054 w 3678382"/>
                <a:gd name="csY6" fmla="*/ 1750870 h 2025202"/>
                <a:gd name="csX7" fmla="*/ 1620982 w 3678382"/>
                <a:gd name="csY7" fmla="*/ 1719698 h 2025202"/>
                <a:gd name="csX8" fmla="*/ 1771650 w 3678382"/>
                <a:gd name="csY8" fmla="*/ 31174 h 2025202"/>
                <a:gd name="csX9" fmla="*/ 1854777 w 3678382"/>
                <a:gd name="csY9" fmla="*/ 1771652 h 2025202"/>
                <a:gd name="csX10" fmla="*/ 2753590 w 3678382"/>
                <a:gd name="csY10" fmla="*/ 1828802 h 2025202"/>
                <a:gd name="csX11" fmla="*/ 2852304 w 3678382"/>
                <a:gd name="csY11" fmla="*/ 2 h 2025202"/>
                <a:gd name="csX12" fmla="*/ 3070514 w 3678382"/>
                <a:gd name="csY12" fmla="*/ 1839193 h 2025202"/>
                <a:gd name="csX13" fmla="*/ 3678382 w 3678382"/>
                <a:gd name="csY13" fmla="*/ 1865170 h 2025202"/>
                <a:gd name="csX0" fmla="*/ 0 w 3678382"/>
                <a:gd name="csY0" fmla="*/ 1943102 h 2025202"/>
                <a:gd name="csX1" fmla="*/ 311727 w 3678382"/>
                <a:gd name="csY1" fmla="*/ 1776847 h 2025202"/>
                <a:gd name="csX2" fmla="*/ 368877 w 3678382"/>
                <a:gd name="csY2" fmla="*/ 114302 h 2025202"/>
                <a:gd name="csX3" fmla="*/ 472786 w 3678382"/>
                <a:gd name="csY3" fmla="*/ 1698915 h 2025202"/>
                <a:gd name="csX4" fmla="*/ 722168 w 3678382"/>
                <a:gd name="csY4" fmla="*/ 1828802 h 2025202"/>
                <a:gd name="csX5" fmla="*/ 779318 w 3678382"/>
                <a:gd name="csY5" fmla="*/ 649434 h 2025202"/>
                <a:gd name="csX6" fmla="*/ 852054 w 3678382"/>
                <a:gd name="csY6" fmla="*/ 1750870 h 2025202"/>
                <a:gd name="csX7" fmla="*/ 1620982 w 3678382"/>
                <a:gd name="csY7" fmla="*/ 1719698 h 2025202"/>
                <a:gd name="csX8" fmla="*/ 1771650 w 3678382"/>
                <a:gd name="csY8" fmla="*/ 31174 h 2025202"/>
                <a:gd name="csX9" fmla="*/ 1854777 w 3678382"/>
                <a:gd name="csY9" fmla="*/ 1771652 h 2025202"/>
                <a:gd name="csX10" fmla="*/ 2753590 w 3678382"/>
                <a:gd name="csY10" fmla="*/ 1828802 h 2025202"/>
                <a:gd name="csX11" fmla="*/ 2852304 w 3678382"/>
                <a:gd name="csY11" fmla="*/ 2 h 2025202"/>
                <a:gd name="csX12" fmla="*/ 3070514 w 3678382"/>
                <a:gd name="csY12" fmla="*/ 1839193 h 2025202"/>
                <a:gd name="csX13" fmla="*/ 3678382 w 3678382"/>
                <a:gd name="csY13" fmla="*/ 1865170 h 2025202"/>
                <a:gd name="csX0" fmla="*/ 0 w 3678382"/>
                <a:gd name="csY0" fmla="*/ 1943102 h 1979308"/>
                <a:gd name="csX1" fmla="*/ 311727 w 3678382"/>
                <a:gd name="csY1" fmla="*/ 1776847 h 1979308"/>
                <a:gd name="csX2" fmla="*/ 368877 w 3678382"/>
                <a:gd name="csY2" fmla="*/ 114302 h 1979308"/>
                <a:gd name="csX3" fmla="*/ 472786 w 3678382"/>
                <a:gd name="csY3" fmla="*/ 1698915 h 1979308"/>
                <a:gd name="csX4" fmla="*/ 722168 w 3678382"/>
                <a:gd name="csY4" fmla="*/ 1828802 h 1979308"/>
                <a:gd name="csX5" fmla="*/ 779318 w 3678382"/>
                <a:gd name="csY5" fmla="*/ 649434 h 1979308"/>
                <a:gd name="csX6" fmla="*/ 852054 w 3678382"/>
                <a:gd name="csY6" fmla="*/ 1750870 h 1979308"/>
                <a:gd name="csX7" fmla="*/ 1620982 w 3678382"/>
                <a:gd name="csY7" fmla="*/ 1719698 h 1979308"/>
                <a:gd name="csX8" fmla="*/ 1771650 w 3678382"/>
                <a:gd name="csY8" fmla="*/ 31174 h 1979308"/>
                <a:gd name="csX9" fmla="*/ 1854777 w 3678382"/>
                <a:gd name="csY9" fmla="*/ 1771652 h 1979308"/>
                <a:gd name="csX10" fmla="*/ 2753590 w 3678382"/>
                <a:gd name="csY10" fmla="*/ 1828802 h 1979308"/>
                <a:gd name="csX11" fmla="*/ 2852304 w 3678382"/>
                <a:gd name="csY11" fmla="*/ 2 h 1979308"/>
                <a:gd name="csX12" fmla="*/ 3070514 w 3678382"/>
                <a:gd name="csY12" fmla="*/ 1839193 h 1979308"/>
                <a:gd name="csX13" fmla="*/ 3678382 w 3678382"/>
                <a:gd name="csY13" fmla="*/ 1865170 h 1979308"/>
                <a:gd name="csX0" fmla="*/ 0 w 3678382"/>
                <a:gd name="csY0" fmla="*/ 1943102 h 2025202"/>
                <a:gd name="csX1" fmla="*/ 311727 w 3678382"/>
                <a:gd name="csY1" fmla="*/ 1776847 h 2025202"/>
                <a:gd name="csX2" fmla="*/ 368877 w 3678382"/>
                <a:gd name="csY2" fmla="*/ 114302 h 2025202"/>
                <a:gd name="csX3" fmla="*/ 472786 w 3678382"/>
                <a:gd name="csY3" fmla="*/ 1698915 h 2025202"/>
                <a:gd name="csX4" fmla="*/ 722168 w 3678382"/>
                <a:gd name="csY4" fmla="*/ 1828802 h 2025202"/>
                <a:gd name="csX5" fmla="*/ 779318 w 3678382"/>
                <a:gd name="csY5" fmla="*/ 649434 h 2025202"/>
                <a:gd name="csX6" fmla="*/ 852054 w 3678382"/>
                <a:gd name="csY6" fmla="*/ 1750870 h 2025202"/>
                <a:gd name="csX7" fmla="*/ 1620982 w 3678382"/>
                <a:gd name="csY7" fmla="*/ 1719698 h 2025202"/>
                <a:gd name="csX8" fmla="*/ 1771650 w 3678382"/>
                <a:gd name="csY8" fmla="*/ 31174 h 2025202"/>
                <a:gd name="csX9" fmla="*/ 1828800 w 3678382"/>
                <a:gd name="csY9" fmla="*/ 1771652 h 2025202"/>
                <a:gd name="csX10" fmla="*/ 2753590 w 3678382"/>
                <a:gd name="csY10" fmla="*/ 1828802 h 2025202"/>
                <a:gd name="csX11" fmla="*/ 2852304 w 3678382"/>
                <a:gd name="csY11" fmla="*/ 2 h 2025202"/>
                <a:gd name="csX12" fmla="*/ 3070514 w 3678382"/>
                <a:gd name="csY12" fmla="*/ 1839193 h 2025202"/>
                <a:gd name="csX13" fmla="*/ 3678382 w 3678382"/>
                <a:gd name="csY13" fmla="*/ 1865170 h 2025202"/>
                <a:gd name="csX0" fmla="*/ 0 w 3678382"/>
                <a:gd name="csY0" fmla="*/ 1943102 h 2025202"/>
                <a:gd name="csX1" fmla="*/ 311727 w 3678382"/>
                <a:gd name="csY1" fmla="*/ 1776847 h 2025202"/>
                <a:gd name="csX2" fmla="*/ 368877 w 3678382"/>
                <a:gd name="csY2" fmla="*/ 114302 h 2025202"/>
                <a:gd name="csX3" fmla="*/ 472786 w 3678382"/>
                <a:gd name="csY3" fmla="*/ 1698915 h 2025202"/>
                <a:gd name="csX4" fmla="*/ 722168 w 3678382"/>
                <a:gd name="csY4" fmla="*/ 1828802 h 2025202"/>
                <a:gd name="csX5" fmla="*/ 779318 w 3678382"/>
                <a:gd name="csY5" fmla="*/ 649434 h 2025202"/>
                <a:gd name="csX6" fmla="*/ 852054 w 3678382"/>
                <a:gd name="csY6" fmla="*/ 1750870 h 2025202"/>
                <a:gd name="csX7" fmla="*/ 1620982 w 3678382"/>
                <a:gd name="csY7" fmla="*/ 1719698 h 2025202"/>
                <a:gd name="csX8" fmla="*/ 1771650 w 3678382"/>
                <a:gd name="csY8" fmla="*/ 31174 h 2025202"/>
                <a:gd name="csX9" fmla="*/ 1828800 w 3678382"/>
                <a:gd name="csY9" fmla="*/ 1771652 h 2025202"/>
                <a:gd name="csX10" fmla="*/ 2753590 w 3678382"/>
                <a:gd name="csY10" fmla="*/ 1828802 h 2025202"/>
                <a:gd name="csX11" fmla="*/ 2852304 w 3678382"/>
                <a:gd name="csY11" fmla="*/ 2 h 2025202"/>
                <a:gd name="csX12" fmla="*/ 3070514 w 3678382"/>
                <a:gd name="csY12" fmla="*/ 1839193 h 2025202"/>
                <a:gd name="csX13" fmla="*/ 3678382 w 3678382"/>
                <a:gd name="csY13" fmla="*/ 1865170 h 2025202"/>
                <a:gd name="csX0" fmla="*/ 0 w 3678382"/>
                <a:gd name="csY0" fmla="*/ 1943102 h 1979308"/>
                <a:gd name="csX1" fmla="*/ 311727 w 3678382"/>
                <a:gd name="csY1" fmla="*/ 1776847 h 1979308"/>
                <a:gd name="csX2" fmla="*/ 368877 w 3678382"/>
                <a:gd name="csY2" fmla="*/ 114302 h 1979308"/>
                <a:gd name="csX3" fmla="*/ 472786 w 3678382"/>
                <a:gd name="csY3" fmla="*/ 1698915 h 1979308"/>
                <a:gd name="csX4" fmla="*/ 722168 w 3678382"/>
                <a:gd name="csY4" fmla="*/ 1828802 h 1979308"/>
                <a:gd name="csX5" fmla="*/ 779318 w 3678382"/>
                <a:gd name="csY5" fmla="*/ 649434 h 1979308"/>
                <a:gd name="csX6" fmla="*/ 852054 w 3678382"/>
                <a:gd name="csY6" fmla="*/ 1750870 h 1979308"/>
                <a:gd name="csX7" fmla="*/ 1620982 w 3678382"/>
                <a:gd name="csY7" fmla="*/ 1719698 h 1979308"/>
                <a:gd name="csX8" fmla="*/ 1771650 w 3678382"/>
                <a:gd name="csY8" fmla="*/ 31174 h 1979308"/>
                <a:gd name="csX9" fmla="*/ 1828800 w 3678382"/>
                <a:gd name="csY9" fmla="*/ 1771652 h 1979308"/>
                <a:gd name="csX10" fmla="*/ 2753590 w 3678382"/>
                <a:gd name="csY10" fmla="*/ 1828802 h 1979308"/>
                <a:gd name="csX11" fmla="*/ 2852304 w 3678382"/>
                <a:gd name="csY11" fmla="*/ 2 h 1979308"/>
                <a:gd name="csX12" fmla="*/ 3070514 w 3678382"/>
                <a:gd name="csY12" fmla="*/ 1839193 h 1979308"/>
                <a:gd name="csX13" fmla="*/ 3678382 w 3678382"/>
                <a:gd name="csY13" fmla="*/ 1865170 h 1979308"/>
                <a:gd name="csX0" fmla="*/ 0 w 3678382"/>
                <a:gd name="csY0" fmla="*/ 1943102 h 1979308"/>
                <a:gd name="csX1" fmla="*/ 311727 w 3678382"/>
                <a:gd name="csY1" fmla="*/ 1776847 h 1979308"/>
                <a:gd name="csX2" fmla="*/ 368877 w 3678382"/>
                <a:gd name="csY2" fmla="*/ 114302 h 1979308"/>
                <a:gd name="csX3" fmla="*/ 472786 w 3678382"/>
                <a:gd name="csY3" fmla="*/ 1698915 h 1979308"/>
                <a:gd name="csX4" fmla="*/ 722168 w 3678382"/>
                <a:gd name="csY4" fmla="*/ 1828802 h 1979308"/>
                <a:gd name="csX5" fmla="*/ 779318 w 3678382"/>
                <a:gd name="csY5" fmla="*/ 649434 h 1979308"/>
                <a:gd name="csX6" fmla="*/ 852054 w 3678382"/>
                <a:gd name="csY6" fmla="*/ 1750870 h 1979308"/>
                <a:gd name="csX7" fmla="*/ 1620982 w 3678382"/>
                <a:gd name="csY7" fmla="*/ 1719698 h 1979308"/>
                <a:gd name="csX8" fmla="*/ 1771650 w 3678382"/>
                <a:gd name="csY8" fmla="*/ 31174 h 1979308"/>
                <a:gd name="csX9" fmla="*/ 1963882 w 3678382"/>
                <a:gd name="csY9" fmla="*/ 1724893 h 1979308"/>
                <a:gd name="csX10" fmla="*/ 2753590 w 3678382"/>
                <a:gd name="csY10" fmla="*/ 1828802 h 1979308"/>
                <a:gd name="csX11" fmla="*/ 2852304 w 3678382"/>
                <a:gd name="csY11" fmla="*/ 2 h 1979308"/>
                <a:gd name="csX12" fmla="*/ 3070514 w 3678382"/>
                <a:gd name="csY12" fmla="*/ 1839193 h 1979308"/>
                <a:gd name="csX13" fmla="*/ 3678382 w 3678382"/>
                <a:gd name="csY13" fmla="*/ 1865170 h 1979308"/>
                <a:gd name="csX0" fmla="*/ 0 w 3678382"/>
                <a:gd name="csY0" fmla="*/ 1943137 h 1979343"/>
                <a:gd name="csX1" fmla="*/ 311727 w 3678382"/>
                <a:gd name="csY1" fmla="*/ 1776882 h 1979343"/>
                <a:gd name="csX2" fmla="*/ 368877 w 3678382"/>
                <a:gd name="csY2" fmla="*/ 114337 h 1979343"/>
                <a:gd name="csX3" fmla="*/ 472786 w 3678382"/>
                <a:gd name="csY3" fmla="*/ 1698950 h 1979343"/>
                <a:gd name="csX4" fmla="*/ 722168 w 3678382"/>
                <a:gd name="csY4" fmla="*/ 1828837 h 1979343"/>
                <a:gd name="csX5" fmla="*/ 779318 w 3678382"/>
                <a:gd name="csY5" fmla="*/ 649469 h 1979343"/>
                <a:gd name="csX6" fmla="*/ 852054 w 3678382"/>
                <a:gd name="csY6" fmla="*/ 1750905 h 1979343"/>
                <a:gd name="csX7" fmla="*/ 1620982 w 3678382"/>
                <a:gd name="csY7" fmla="*/ 1719733 h 1979343"/>
                <a:gd name="csX8" fmla="*/ 1771650 w 3678382"/>
                <a:gd name="csY8" fmla="*/ 31209 h 1979343"/>
                <a:gd name="csX9" fmla="*/ 1963882 w 3678382"/>
                <a:gd name="csY9" fmla="*/ 1724928 h 1979343"/>
                <a:gd name="csX10" fmla="*/ 2732809 w 3678382"/>
                <a:gd name="csY10" fmla="*/ 1787273 h 1979343"/>
                <a:gd name="csX11" fmla="*/ 2852304 w 3678382"/>
                <a:gd name="csY11" fmla="*/ 37 h 1979343"/>
                <a:gd name="csX12" fmla="*/ 3070514 w 3678382"/>
                <a:gd name="csY12" fmla="*/ 1839228 h 1979343"/>
                <a:gd name="csX13" fmla="*/ 3678382 w 3678382"/>
                <a:gd name="csY13" fmla="*/ 1865205 h 1979343"/>
                <a:gd name="csX0" fmla="*/ 0 w 3678382"/>
                <a:gd name="csY0" fmla="*/ 1943137 h 1979343"/>
                <a:gd name="csX1" fmla="*/ 311727 w 3678382"/>
                <a:gd name="csY1" fmla="*/ 1776882 h 1979343"/>
                <a:gd name="csX2" fmla="*/ 368877 w 3678382"/>
                <a:gd name="csY2" fmla="*/ 114337 h 1979343"/>
                <a:gd name="csX3" fmla="*/ 472786 w 3678382"/>
                <a:gd name="csY3" fmla="*/ 1698950 h 1979343"/>
                <a:gd name="csX4" fmla="*/ 722168 w 3678382"/>
                <a:gd name="csY4" fmla="*/ 1828837 h 1979343"/>
                <a:gd name="csX5" fmla="*/ 779318 w 3678382"/>
                <a:gd name="csY5" fmla="*/ 649469 h 1979343"/>
                <a:gd name="csX6" fmla="*/ 852054 w 3678382"/>
                <a:gd name="csY6" fmla="*/ 1750905 h 1979343"/>
                <a:gd name="csX7" fmla="*/ 1620982 w 3678382"/>
                <a:gd name="csY7" fmla="*/ 1719733 h 1979343"/>
                <a:gd name="csX8" fmla="*/ 1771650 w 3678382"/>
                <a:gd name="csY8" fmla="*/ 31209 h 1979343"/>
                <a:gd name="csX9" fmla="*/ 1963882 w 3678382"/>
                <a:gd name="csY9" fmla="*/ 1724928 h 1979343"/>
                <a:gd name="csX10" fmla="*/ 2732809 w 3678382"/>
                <a:gd name="csY10" fmla="*/ 1787273 h 1979343"/>
                <a:gd name="csX11" fmla="*/ 2852304 w 3678382"/>
                <a:gd name="csY11" fmla="*/ 37 h 1979343"/>
                <a:gd name="csX12" fmla="*/ 3070514 w 3678382"/>
                <a:gd name="csY12" fmla="*/ 1839228 h 1979343"/>
                <a:gd name="csX13" fmla="*/ 3678382 w 3678382"/>
                <a:gd name="csY13" fmla="*/ 1865205 h 1979343"/>
                <a:gd name="csX0" fmla="*/ 0 w 3678382"/>
                <a:gd name="csY0" fmla="*/ 1943136 h 1979342"/>
                <a:gd name="csX1" fmla="*/ 311727 w 3678382"/>
                <a:gd name="csY1" fmla="*/ 1776881 h 1979342"/>
                <a:gd name="csX2" fmla="*/ 368877 w 3678382"/>
                <a:gd name="csY2" fmla="*/ 114336 h 1979342"/>
                <a:gd name="csX3" fmla="*/ 472786 w 3678382"/>
                <a:gd name="csY3" fmla="*/ 1698949 h 1979342"/>
                <a:gd name="csX4" fmla="*/ 722168 w 3678382"/>
                <a:gd name="csY4" fmla="*/ 1828836 h 1979342"/>
                <a:gd name="csX5" fmla="*/ 779318 w 3678382"/>
                <a:gd name="csY5" fmla="*/ 649468 h 1979342"/>
                <a:gd name="csX6" fmla="*/ 852054 w 3678382"/>
                <a:gd name="csY6" fmla="*/ 1750904 h 1979342"/>
                <a:gd name="csX7" fmla="*/ 1620982 w 3678382"/>
                <a:gd name="csY7" fmla="*/ 1719732 h 1979342"/>
                <a:gd name="csX8" fmla="*/ 1771650 w 3678382"/>
                <a:gd name="csY8" fmla="*/ 31208 h 1979342"/>
                <a:gd name="csX9" fmla="*/ 1963882 w 3678382"/>
                <a:gd name="csY9" fmla="*/ 1724927 h 1979342"/>
                <a:gd name="csX10" fmla="*/ 2732809 w 3678382"/>
                <a:gd name="csY10" fmla="*/ 1787272 h 1979342"/>
                <a:gd name="csX11" fmla="*/ 2852304 w 3678382"/>
                <a:gd name="csY11" fmla="*/ 36 h 1979342"/>
                <a:gd name="csX12" fmla="*/ 3070514 w 3678382"/>
                <a:gd name="csY12" fmla="*/ 1839227 h 1979342"/>
                <a:gd name="csX13" fmla="*/ 3678382 w 3678382"/>
                <a:gd name="csY13" fmla="*/ 1865204 h 1979342"/>
                <a:gd name="csX0" fmla="*/ 0 w 3678382"/>
                <a:gd name="csY0" fmla="*/ 1943133 h 1979339"/>
                <a:gd name="csX1" fmla="*/ 311727 w 3678382"/>
                <a:gd name="csY1" fmla="*/ 1776878 h 1979339"/>
                <a:gd name="csX2" fmla="*/ 368877 w 3678382"/>
                <a:gd name="csY2" fmla="*/ 114333 h 1979339"/>
                <a:gd name="csX3" fmla="*/ 472786 w 3678382"/>
                <a:gd name="csY3" fmla="*/ 1698946 h 1979339"/>
                <a:gd name="csX4" fmla="*/ 722168 w 3678382"/>
                <a:gd name="csY4" fmla="*/ 1828833 h 1979339"/>
                <a:gd name="csX5" fmla="*/ 779318 w 3678382"/>
                <a:gd name="csY5" fmla="*/ 649465 h 1979339"/>
                <a:gd name="csX6" fmla="*/ 852054 w 3678382"/>
                <a:gd name="csY6" fmla="*/ 1750901 h 1979339"/>
                <a:gd name="csX7" fmla="*/ 1620982 w 3678382"/>
                <a:gd name="csY7" fmla="*/ 1719729 h 1979339"/>
                <a:gd name="csX8" fmla="*/ 1771650 w 3678382"/>
                <a:gd name="csY8" fmla="*/ 31205 h 1979339"/>
                <a:gd name="csX9" fmla="*/ 1963882 w 3678382"/>
                <a:gd name="csY9" fmla="*/ 1724924 h 1979339"/>
                <a:gd name="csX10" fmla="*/ 2732809 w 3678382"/>
                <a:gd name="csY10" fmla="*/ 1787269 h 1979339"/>
                <a:gd name="csX11" fmla="*/ 2852304 w 3678382"/>
                <a:gd name="csY11" fmla="*/ 33 h 1979339"/>
                <a:gd name="csX12" fmla="*/ 3070514 w 3678382"/>
                <a:gd name="csY12" fmla="*/ 1839224 h 1979339"/>
                <a:gd name="csX13" fmla="*/ 3678382 w 3678382"/>
                <a:gd name="csY13" fmla="*/ 1865201 h 1979339"/>
                <a:gd name="csX0" fmla="*/ 0 w 3678382"/>
                <a:gd name="csY0" fmla="*/ 1943133 h 1979339"/>
                <a:gd name="csX1" fmla="*/ 311727 w 3678382"/>
                <a:gd name="csY1" fmla="*/ 1776878 h 1979339"/>
                <a:gd name="csX2" fmla="*/ 368877 w 3678382"/>
                <a:gd name="csY2" fmla="*/ 114333 h 1979339"/>
                <a:gd name="csX3" fmla="*/ 472786 w 3678382"/>
                <a:gd name="csY3" fmla="*/ 1698946 h 1979339"/>
                <a:gd name="csX4" fmla="*/ 722168 w 3678382"/>
                <a:gd name="csY4" fmla="*/ 1828833 h 1979339"/>
                <a:gd name="csX5" fmla="*/ 779318 w 3678382"/>
                <a:gd name="csY5" fmla="*/ 649465 h 1979339"/>
                <a:gd name="csX6" fmla="*/ 852054 w 3678382"/>
                <a:gd name="csY6" fmla="*/ 1750901 h 1979339"/>
                <a:gd name="csX7" fmla="*/ 1620982 w 3678382"/>
                <a:gd name="csY7" fmla="*/ 1719729 h 1979339"/>
                <a:gd name="csX8" fmla="*/ 1771650 w 3678382"/>
                <a:gd name="csY8" fmla="*/ 31205 h 1979339"/>
                <a:gd name="csX9" fmla="*/ 1963882 w 3678382"/>
                <a:gd name="csY9" fmla="*/ 1724924 h 1979339"/>
                <a:gd name="csX10" fmla="*/ 2732809 w 3678382"/>
                <a:gd name="csY10" fmla="*/ 1787269 h 1979339"/>
                <a:gd name="csX11" fmla="*/ 2852304 w 3678382"/>
                <a:gd name="csY11" fmla="*/ 33 h 1979339"/>
                <a:gd name="csX12" fmla="*/ 3070514 w 3678382"/>
                <a:gd name="csY12" fmla="*/ 1839224 h 1979339"/>
                <a:gd name="csX13" fmla="*/ 3678382 w 3678382"/>
                <a:gd name="csY13" fmla="*/ 1865201 h 1979339"/>
                <a:gd name="csX0" fmla="*/ 0 w 3678382"/>
                <a:gd name="csY0" fmla="*/ 1943133 h 1979339"/>
                <a:gd name="csX1" fmla="*/ 311727 w 3678382"/>
                <a:gd name="csY1" fmla="*/ 1776878 h 1979339"/>
                <a:gd name="csX2" fmla="*/ 368877 w 3678382"/>
                <a:gd name="csY2" fmla="*/ 114333 h 1979339"/>
                <a:gd name="csX3" fmla="*/ 472786 w 3678382"/>
                <a:gd name="csY3" fmla="*/ 1698946 h 1979339"/>
                <a:gd name="csX4" fmla="*/ 722168 w 3678382"/>
                <a:gd name="csY4" fmla="*/ 1828833 h 1979339"/>
                <a:gd name="csX5" fmla="*/ 779318 w 3678382"/>
                <a:gd name="csY5" fmla="*/ 649465 h 1979339"/>
                <a:gd name="csX6" fmla="*/ 852054 w 3678382"/>
                <a:gd name="csY6" fmla="*/ 1750901 h 1979339"/>
                <a:gd name="csX7" fmla="*/ 1620982 w 3678382"/>
                <a:gd name="csY7" fmla="*/ 1719729 h 1979339"/>
                <a:gd name="csX8" fmla="*/ 1771650 w 3678382"/>
                <a:gd name="csY8" fmla="*/ 31205 h 1979339"/>
                <a:gd name="csX9" fmla="*/ 1963882 w 3678382"/>
                <a:gd name="csY9" fmla="*/ 1724924 h 1979339"/>
                <a:gd name="csX10" fmla="*/ 2732809 w 3678382"/>
                <a:gd name="csY10" fmla="*/ 1787269 h 1979339"/>
                <a:gd name="csX11" fmla="*/ 2852304 w 3678382"/>
                <a:gd name="csY11" fmla="*/ 33 h 1979339"/>
                <a:gd name="csX12" fmla="*/ 3070514 w 3678382"/>
                <a:gd name="csY12" fmla="*/ 1839224 h 1979339"/>
                <a:gd name="csX13" fmla="*/ 3678382 w 3678382"/>
                <a:gd name="csY13" fmla="*/ 1865201 h 1979339"/>
                <a:gd name="csX0" fmla="*/ 0 w 3678382"/>
                <a:gd name="csY0" fmla="*/ 1943133 h 1979339"/>
                <a:gd name="csX1" fmla="*/ 311727 w 3678382"/>
                <a:gd name="csY1" fmla="*/ 1776878 h 1979339"/>
                <a:gd name="csX2" fmla="*/ 368877 w 3678382"/>
                <a:gd name="csY2" fmla="*/ 114333 h 1979339"/>
                <a:gd name="csX3" fmla="*/ 472786 w 3678382"/>
                <a:gd name="csY3" fmla="*/ 1698946 h 1979339"/>
                <a:gd name="csX4" fmla="*/ 722168 w 3678382"/>
                <a:gd name="csY4" fmla="*/ 1828833 h 1979339"/>
                <a:gd name="csX5" fmla="*/ 779318 w 3678382"/>
                <a:gd name="csY5" fmla="*/ 649465 h 1979339"/>
                <a:gd name="csX6" fmla="*/ 852054 w 3678382"/>
                <a:gd name="csY6" fmla="*/ 1750901 h 1979339"/>
                <a:gd name="csX7" fmla="*/ 1620982 w 3678382"/>
                <a:gd name="csY7" fmla="*/ 1719729 h 1979339"/>
                <a:gd name="csX8" fmla="*/ 1771650 w 3678382"/>
                <a:gd name="csY8" fmla="*/ 31205 h 1979339"/>
                <a:gd name="csX9" fmla="*/ 1963882 w 3678382"/>
                <a:gd name="csY9" fmla="*/ 1724924 h 1979339"/>
                <a:gd name="csX10" fmla="*/ 2732809 w 3678382"/>
                <a:gd name="csY10" fmla="*/ 1787269 h 1979339"/>
                <a:gd name="csX11" fmla="*/ 2852304 w 3678382"/>
                <a:gd name="csY11" fmla="*/ 33 h 1979339"/>
                <a:gd name="csX12" fmla="*/ 3070514 w 3678382"/>
                <a:gd name="csY12" fmla="*/ 1839224 h 1979339"/>
                <a:gd name="csX13" fmla="*/ 3678382 w 3678382"/>
                <a:gd name="csY13" fmla="*/ 1865201 h 1979339"/>
                <a:gd name="csX0" fmla="*/ 0 w 3678382"/>
                <a:gd name="csY0" fmla="*/ 1943133 h 1979339"/>
                <a:gd name="csX1" fmla="*/ 311727 w 3678382"/>
                <a:gd name="csY1" fmla="*/ 1776878 h 1979339"/>
                <a:gd name="csX2" fmla="*/ 368877 w 3678382"/>
                <a:gd name="csY2" fmla="*/ 114333 h 1979339"/>
                <a:gd name="csX3" fmla="*/ 472786 w 3678382"/>
                <a:gd name="csY3" fmla="*/ 1698946 h 1979339"/>
                <a:gd name="csX4" fmla="*/ 722168 w 3678382"/>
                <a:gd name="csY4" fmla="*/ 1828833 h 1979339"/>
                <a:gd name="csX5" fmla="*/ 779318 w 3678382"/>
                <a:gd name="csY5" fmla="*/ 649465 h 1979339"/>
                <a:gd name="csX6" fmla="*/ 852054 w 3678382"/>
                <a:gd name="csY6" fmla="*/ 1750901 h 1979339"/>
                <a:gd name="csX7" fmla="*/ 1620982 w 3678382"/>
                <a:gd name="csY7" fmla="*/ 1719729 h 1979339"/>
                <a:gd name="csX8" fmla="*/ 1771650 w 3678382"/>
                <a:gd name="csY8" fmla="*/ 31205 h 1979339"/>
                <a:gd name="csX9" fmla="*/ 1963882 w 3678382"/>
                <a:gd name="csY9" fmla="*/ 1724924 h 1979339"/>
                <a:gd name="csX10" fmla="*/ 2732809 w 3678382"/>
                <a:gd name="csY10" fmla="*/ 1787269 h 1979339"/>
                <a:gd name="csX11" fmla="*/ 2852304 w 3678382"/>
                <a:gd name="csY11" fmla="*/ 33 h 1979339"/>
                <a:gd name="csX12" fmla="*/ 3070514 w 3678382"/>
                <a:gd name="csY12" fmla="*/ 1839224 h 1979339"/>
                <a:gd name="csX13" fmla="*/ 3678382 w 3678382"/>
                <a:gd name="csY13" fmla="*/ 1865201 h 1979339"/>
                <a:gd name="csX0" fmla="*/ 0 w 3678382"/>
                <a:gd name="csY0" fmla="*/ 1943121 h 1979327"/>
                <a:gd name="csX1" fmla="*/ 311727 w 3678382"/>
                <a:gd name="csY1" fmla="*/ 1776866 h 1979327"/>
                <a:gd name="csX2" fmla="*/ 368877 w 3678382"/>
                <a:gd name="csY2" fmla="*/ 114321 h 1979327"/>
                <a:gd name="csX3" fmla="*/ 472786 w 3678382"/>
                <a:gd name="csY3" fmla="*/ 1698934 h 1979327"/>
                <a:gd name="csX4" fmla="*/ 722168 w 3678382"/>
                <a:gd name="csY4" fmla="*/ 1828821 h 1979327"/>
                <a:gd name="csX5" fmla="*/ 779318 w 3678382"/>
                <a:gd name="csY5" fmla="*/ 649453 h 1979327"/>
                <a:gd name="csX6" fmla="*/ 852054 w 3678382"/>
                <a:gd name="csY6" fmla="*/ 1750889 h 1979327"/>
                <a:gd name="csX7" fmla="*/ 1620982 w 3678382"/>
                <a:gd name="csY7" fmla="*/ 1719717 h 1979327"/>
                <a:gd name="csX8" fmla="*/ 1771650 w 3678382"/>
                <a:gd name="csY8" fmla="*/ 31193 h 1979327"/>
                <a:gd name="csX9" fmla="*/ 1963882 w 3678382"/>
                <a:gd name="csY9" fmla="*/ 1724912 h 1979327"/>
                <a:gd name="csX10" fmla="*/ 2732809 w 3678382"/>
                <a:gd name="csY10" fmla="*/ 1787257 h 1979327"/>
                <a:gd name="csX11" fmla="*/ 2852304 w 3678382"/>
                <a:gd name="csY11" fmla="*/ 21 h 1979327"/>
                <a:gd name="csX12" fmla="*/ 3070514 w 3678382"/>
                <a:gd name="csY12" fmla="*/ 1839212 h 1979327"/>
                <a:gd name="csX13" fmla="*/ 3678382 w 3678382"/>
                <a:gd name="csY13" fmla="*/ 1865189 h 1979327"/>
                <a:gd name="csX0" fmla="*/ 0 w 3678382"/>
                <a:gd name="csY0" fmla="*/ 1943121 h 1979327"/>
                <a:gd name="csX1" fmla="*/ 311727 w 3678382"/>
                <a:gd name="csY1" fmla="*/ 1776866 h 1979327"/>
                <a:gd name="csX2" fmla="*/ 368877 w 3678382"/>
                <a:gd name="csY2" fmla="*/ 114321 h 1979327"/>
                <a:gd name="csX3" fmla="*/ 472786 w 3678382"/>
                <a:gd name="csY3" fmla="*/ 1698934 h 1979327"/>
                <a:gd name="csX4" fmla="*/ 722168 w 3678382"/>
                <a:gd name="csY4" fmla="*/ 1828821 h 1979327"/>
                <a:gd name="csX5" fmla="*/ 779318 w 3678382"/>
                <a:gd name="csY5" fmla="*/ 649453 h 1979327"/>
                <a:gd name="csX6" fmla="*/ 888422 w 3678382"/>
                <a:gd name="csY6" fmla="*/ 1745693 h 1979327"/>
                <a:gd name="csX7" fmla="*/ 1620982 w 3678382"/>
                <a:gd name="csY7" fmla="*/ 1719717 h 1979327"/>
                <a:gd name="csX8" fmla="*/ 1771650 w 3678382"/>
                <a:gd name="csY8" fmla="*/ 31193 h 1979327"/>
                <a:gd name="csX9" fmla="*/ 1963882 w 3678382"/>
                <a:gd name="csY9" fmla="*/ 1724912 h 1979327"/>
                <a:gd name="csX10" fmla="*/ 2732809 w 3678382"/>
                <a:gd name="csY10" fmla="*/ 1787257 h 1979327"/>
                <a:gd name="csX11" fmla="*/ 2852304 w 3678382"/>
                <a:gd name="csY11" fmla="*/ 21 h 1979327"/>
                <a:gd name="csX12" fmla="*/ 3070514 w 3678382"/>
                <a:gd name="csY12" fmla="*/ 1839212 h 1979327"/>
                <a:gd name="csX13" fmla="*/ 3678382 w 3678382"/>
                <a:gd name="csY13" fmla="*/ 1865189 h 1979327"/>
                <a:gd name="csX0" fmla="*/ 0 w 3678382"/>
                <a:gd name="csY0" fmla="*/ 1943121 h 1979327"/>
                <a:gd name="csX1" fmla="*/ 311727 w 3678382"/>
                <a:gd name="csY1" fmla="*/ 1776866 h 1979327"/>
                <a:gd name="csX2" fmla="*/ 368877 w 3678382"/>
                <a:gd name="csY2" fmla="*/ 114321 h 1979327"/>
                <a:gd name="csX3" fmla="*/ 472786 w 3678382"/>
                <a:gd name="csY3" fmla="*/ 1698934 h 1979327"/>
                <a:gd name="csX4" fmla="*/ 722168 w 3678382"/>
                <a:gd name="csY4" fmla="*/ 1828821 h 1979327"/>
                <a:gd name="csX5" fmla="*/ 779318 w 3678382"/>
                <a:gd name="csY5" fmla="*/ 649453 h 1979327"/>
                <a:gd name="csX6" fmla="*/ 888422 w 3678382"/>
                <a:gd name="csY6" fmla="*/ 1745693 h 1979327"/>
                <a:gd name="csX7" fmla="*/ 1620982 w 3678382"/>
                <a:gd name="csY7" fmla="*/ 1719717 h 1979327"/>
                <a:gd name="csX8" fmla="*/ 1771650 w 3678382"/>
                <a:gd name="csY8" fmla="*/ 31193 h 1979327"/>
                <a:gd name="csX9" fmla="*/ 1963882 w 3678382"/>
                <a:gd name="csY9" fmla="*/ 1724912 h 1979327"/>
                <a:gd name="csX10" fmla="*/ 2732809 w 3678382"/>
                <a:gd name="csY10" fmla="*/ 1787257 h 1979327"/>
                <a:gd name="csX11" fmla="*/ 2852304 w 3678382"/>
                <a:gd name="csY11" fmla="*/ 21 h 1979327"/>
                <a:gd name="csX12" fmla="*/ 3070514 w 3678382"/>
                <a:gd name="csY12" fmla="*/ 1839212 h 1979327"/>
                <a:gd name="csX13" fmla="*/ 3678382 w 3678382"/>
                <a:gd name="csY13" fmla="*/ 1865189 h 1979327"/>
                <a:gd name="csX0" fmla="*/ 0 w 3678382"/>
                <a:gd name="csY0" fmla="*/ 1943121 h 1979327"/>
                <a:gd name="csX1" fmla="*/ 311727 w 3678382"/>
                <a:gd name="csY1" fmla="*/ 1776866 h 1979327"/>
                <a:gd name="csX2" fmla="*/ 368877 w 3678382"/>
                <a:gd name="csY2" fmla="*/ 114321 h 1979327"/>
                <a:gd name="csX3" fmla="*/ 472786 w 3678382"/>
                <a:gd name="csY3" fmla="*/ 1698934 h 1979327"/>
                <a:gd name="csX4" fmla="*/ 722168 w 3678382"/>
                <a:gd name="csY4" fmla="*/ 1828821 h 1979327"/>
                <a:gd name="csX5" fmla="*/ 779318 w 3678382"/>
                <a:gd name="csY5" fmla="*/ 649453 h 1979327"/>
                <a:gd name="csX6" fmla="*/ 888422 w 3678382"/>
                <a:gd name="csY6" fmla="*/ 1745693 h 1979327"/>
                <a:gd name="csX7" fmla="*/ 1620982 w 3678382"/>
                <a:gd name="csY7" fmla="*/ 1719717 h 1979327"/>
                <a:gd name="csX8" fmla="*/ 1771650 w 3678382"/>
                <a:gd name="csY8" fmla="*/ 31193 h 1979327"/>
                <a:gd name="csX9" fmla="*/ 1963882 w 3678382"/>
                <a:gd name="csY9" fmla="*/ 1724912 h 1979327"/>
                <a:gd name="csX10" fmla="*/ 2732809 w 3678382"/>
                <a:gd name="csY10" fmla="*/ 1787257 h 1979327"/>
                <a:gd name="csX11" fmla="*/ 2852304 w 3678382"/>
                <a:gd name="csY11" fmla="*/ 21 h 1979327"/>
                <a:gd name="csX12" fmla="*/ 3070514 w 3678382"/>
                <a:gd name="csY12" fmla="*/ 1839212 h 1979327"/>
                <a:gd name="csX13" fmla="*/ 3678382 w 3678382"/>
                <a:gd name="csY13" fmla="*/ 1865189 h 1979327"/>
                <a:gd name="csX0" fmla="*/ 0 w 3678382"/>
                <a:gd name="csY0" fmla="*/ 1943121 h 1979327"/>
                <a:gd name="csX1" fmla="*/ 311727 w 3678382"/>
                <a:gd name="csY1" fmla="*/ 1776866 h 1979327"/>
                <a:gd name="csX2" fmla="*/ 368877 w 3678382"/>
                <a:gd name="csY2" fmla="*/ 114321 h 1979327"/>
                <a:gd name="csX3" fmla="*/ 472786 w 3678382"/>
                <a:gd name="csY3" fmla="*/ 1698934 h 1979327"/>
                <a:gd name="csX4" fmla="*/ 722168 w 3678382"/>
                <a:gd name="csY4" fmla="*/ 1828821 h 1979327"/>
                <a:gd name="csX5" fmla="*/ 779318 w 3678382"/>
                <a:gd name="csY5" fmla="*/ 649453 h 1979327"/>
                <a:gd name="csX6" fmla="*/ 888422 w 3678382"/>
                <a:gd name="csY6" fmla="*/ 1745693 h 1979327"/>
                <a:gd name="csX7" fmla="*/ 1620982 w 3678382"/>
                <a:gd name="csY7" fmla="*/ 1719717 h 1979327"/>
                <a:gd name="csX8" fmla="*/ 1771650 w 3678382"/>
                <a:gd name="csY8" fmla="*/ 31193 h 1979327"/>
                <a:gd name="csX9" fmla="*/ 1963882 w 3678382"/>
                <a:gd name="csY9" fmla="*/ 1724912 h 1979327"/>
                <a:gd name="csX10" fmla="*/ 2732809 w 3678382"/>
                <a:gd name="csY10" fmla="*/ 1787257 h 1979327"/>
                <a:gd name="csX11" fmla="*/ 2852304 w 3678382"/>
                <a:gd name="csY11" fmla="*/ 21 h 1979327"/>
                <a:gd name="csX12" fmla="*/ 3070514 w 3678382"/>
                <a:gd name="csY12" fmla="*/ 1839212 h 1979327"/>
                <a:gd name="csX13" fmla="*/ 3678382 w 3678382"/>
                <a:gd name="csY13" fmla="*/ 1865189 h 1979327"/>
                <a:gd name="csX0" fmla="*/ 0 w 3678382"/>
                <a:gd name="csY0" fmla="*/ 1943121 h 1979327"/>
                <a:gd name="csX1" fmla="*/ 311727 w 3678382"/>
                <a:gd name="csY1" fmla="*/ 1776866 h 1979327"/>
                <a:gd name="csX2" fmla="*/ 368877 w 3678382"/>
                <a:gd name="csY2" fmla="*/ 114321 h 1979327"/>
                <a:gd name="csX3" fmla="*/ 472786 w 3678382"/>
                <a:gd name="csY3" fmla="*/ 1698934 h 1979327"/>
                <a:gd name="csX4" fmla="*/ 722168 w 3678382"/>
                <a:gd name="csY4" fmla="*/ 1828821 h 1979327"/>
                <a:gd name="csX5" fmla="*/ 779318 w 3678382"/>
                <a:gd name="csY5" fmla="*/ 649453 h 1979327"/>
                <a:gd name="csX6" fmla="*/ 888422 w 3678382"/>
                <a:gd name="csY6" fmla="*/ 1745693 h 1979327"/>
                <a:gd name="csX7" fmla="*/ 1620982 w 3678382"/>
                <a:gd name="csY7" fmla="*/ 1719717 h 1979327"/>
                <a:gd name="csX8" fmla="*/ 1771650 w 3678382"/>
                <a:gd name="csY8" fmla="*/ 31193 h 1979327"/>
                <a:gd name="csX9" fmla="*/ 1963882 w 3678382"/>
                <a:gd name="csY9" fmla="*/ 1724912 h 1979327"/>
                <a:gd name="csX10" fmla="*/ 2732809 w 3678382"/>
                <a:gd name="csY10" fmla="*/ 1787257 h 1979327"/>
                <a:gd name="csX11" fmla="*/ 2852304 w 3678382"/>
                <a:gd name="csY11" fmla="*/ 21 h 1979327"/>
                <a:gd name="csX12" fmla="*/ 3070514 w 3678382"/>
                <a:gd name="csY12" fmla="*/ 1839212 h 1979327"/>
                <a:gd name="csX13" fmla="*/ 3678382 w 3678382"/>
                <a:gd name="csY13" fmla="*/ 1865189 h 1979327"/>
                <a:gd name="csX0" fmla="*/ 0 w 3678382"/>
                <a:gd name="csY0" fmla="*/ 1943121 h 1979327"/>
                <a:gd name="csX1" fmla="*/ 311727 w 3678382"/>
                <a:gd name="csY1" fmla="*/ 1776866 h 1979327"/>
                <a:gd name="csX2" fmla="*/ 368877 w 3678382"/>
                <a:gd name="csY2" fmla="*/ 114321 h 1979327"/>
                <a:gd name="csX3" fmla="*/ 472786 w 3678382"/>
                <a:gd name="csY3" fmla="*/ 1698934 h 1979327"/>
                <a:gd name="csX4" fmla="*/ 722168 w 3678382"/>
                <a:gd name="csY4" fmla="*/ 1828821 h 1979327"/>
                <a:gd name="csX5" fmla="*/ 779318 w 3678382"/>
                <a:gd name="csY5" fmla="*/ 649453 h 1979327"/>
                <a:gd name="csX6" fmla="*/ 888422 w 3678382"/>
                <a:gd name="csY6" fmla="*/ 1745693 h 1979327"/>
                <a:gd name="csX7" fmla="*/ 1620982 w 3678382"/>
                <a:gd name="csY7" fmla="*/ 1719717 h 1979327"/>
                <a:gd name="csX8" fmla="*/ 1771650 w 3678382"/>
                <a:gd name="csY8" fmla="*/ 31193 h 1979327"/>
                <a:gd name="csX9" fmla="*/ 1963882 w 3678382"/>
                <a:gd name="csY9" fmla="*/ 1724912 h 1979327"/>
                <a:gd name="csX10" fmla="*/ 2732809 w 3678382"/>
                <a:gd name="csY10" fmla="*/ 1787257 h 1979327"/>
                <a:gd name="csX11" fmla="*/ 2852304 w 3678382"/>
                <a:gd name="csY11" fmla="*/ 21 h 1979327"/>
                <a:gd name="csX12" fmla="*/ 3070514 w 3678382"/>
                <a:gd name="csY12" fmla="*/ 1839212 h 1979327"/>
                <a:gd name="csX13" fmla="*/ 3678382 w 3678382"/>
                <a:gd name="csY13" fmla="*/ 1865189 h 1979327"/>
                <a:gd name="csX0" fmla="*/ 0 w 3678382"/>
                <a:gd name="csY0" fmla="*/ 1943121 h 1959302"/>
                <a:gd name="csX1" fmla="*/ 311727 w 3678382"/>
                <a:gd name="csY1" fmla="*/ 1776866 h 1959302"/>
                <a:gd name="csX2" fmla="*/ 368877 w 3678382"/>
                <a:gd name="csY2" fmla="*/ 114321 h 1959302"/>
                <a:gd name="csX3" fmla="*/ 472786 w 3678382"/>
                <a:gd name="csY3" fmla="*/ 1698934 h 1959302"/>
                <a:gd name="csX4" fmla="*/ 722168 w 3678382"/>
                <a:gd name="csY4" fmla="*/ 1828821 h 1959302"/>
                <a:gd name="csX5" fmla="*/ 779318 w 3678382"/>
                <a:gd name="csY5" fmla="*/ 649453 h 1959302"/>
                <a:gd name="csX6" fmla="*/ 888422 w 3678382"/>
                <a:gd name="csY6" fmla="*/ 1745693 h 1959302"/>
                <a:gd name="csX7" fmla="*/ 1620982 w 3678382"/>
                <a:gd name="csY7" fmla="*/ 1719717 h 1959302"/>
                <a:gd name="csX8" fmla="*/ 1771650 w 3678382"/>
                <a:gd name="csY8" fmla="*/ 31193 h 1959302"/>
                <a:gd name="csX9" fmla="*/ 1963882 w 3678382"/>
                <a:gd name="csY9" fmla="*/ 1724912 h 1959302"/>
                <a:gd name="csX10" fmla="*/ 2732809 w 3678382"/>
                <a:gd name="csY10" fmla="*/ 1787257 h 1959302"/>
                <a:gd name="csX11" fmla="*/ 2852304 w 3678382"/>
                <a:gd name="csY11" fmla="*/ 21 h 1959302"/>
                <a:gd name="csX12" fmla="*/ 3070514 w 3678382"/>
                <a:gd name="csY12" fmla="*/ 1839212 h 1959302"/>
                <a:gd name="csX13" fmla="*/ 3678382 w 3678382"/>
                <a:gd name="csY13" fmla="*/ 1865189 h 19593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678382" h="1959302">
                  <a:moveTo>
                    <a:pt x="0" y="1943121"/>
                  </a:moveTo>
                  <a:cubicBezTo>
                    <a:pt x="171883" y="1955243"/>
                    <a:pt x="297006" y="1951779"/>
                    <a:pt x="311727" y="1776866"/>
                  </a:cubicBezTo>
                  <a:cubicBezTo>
                    <a:pt x="337804" y="1467023"/>
                    <a:pt x="238125" y="85746"/>
                    <a:pt x="368877" y="114321"/>
                  </a:cubicBezTo>
                  <a:cubicBezTo>
                    <a:pt x="499629" y="142896"/>
                    <a:pt x="413904" y="1413184"/>
                    <a:pt x="472786" y="1698934"/>
                  </a:cubicBezTo>
                  <a:cubicBezTo>
                    <a:pt x="531668" y="1984684"/>
                    <a:pt x="671079" y="2003734"/>
                    <a:pt x="722168" y="1828821"/>
                  </a:cubicBezTo>
                  <a:cubicBezTo>
                    <a:pt x="773257" y="1653908"/>
                    <a:pt x="748347" y="648733"/>
                    <a:pt x="779318" y="649453"/>
                  </a:cubicBezTo>
                  <a:cubicBezTo>
                    <a:pt x="853786" y="651184"/>
                    <a:pt x="800100" y="1614075"/>
                    <a:pt x="888422" y="1745693"/>
                  </a:cubicBezTo>
                  <a:cubicBezTo>
                    <a:pt x="976744" y="1877311"/>
                    <a:pt x="1473777" y="2005467"/>
                    <a:pt x="1620982" y="1719717"/>
                  </a:cubicBezTo>
                  <a:cubicBezTo>
                    <a:pt x="1768187" y="1433967"/>
                    <a:pt x="1652155" y="19936"/>
                    <a:pt x="1771650" y="31193"/>
                  </a:cubicBezTo>
                  <a:cubicBezTo>
                    <a:pt x="1891145" y="42450"/>
                    <a:pt x="1814080" y="1624467"/>
                    <a:pt x="1963882" y="1724912"/>
                  </a:cubicBezTo>
                  <a:cubicBezTo>
                    <a:pt x="2199464" y="1882874"/>
                    <a:pt x="2582946" y="1907652"/>
                    <a:pt x="2732809" y="1787257"/>
                  </a:cubicBezTo>
                  <a:cubicBezTo>
                    <a:pt x="2839962" y="1701174"/>
                    <a:pt x="2754456" y="6949"/>
                    <a:pt x="2852304" y="21"/>
                  </a:cubicBezTo>
                  <a:cubicBezTo>
                    <a:pt x="2950152" y="-6907"/>
                    <a:pt x="2938030" y="1762146"/>
                    <a:pt x="3070514" y="1839212"/>
                  </a:cubicBezTo>
                  <a:cubicBezTo>
                    <a:pt x="3202998" y="1916278"/>
                    <a:pt x="3388735" y="2051792"/>
                    <a:pt x="3678382" y="1865189"/>
                  </a:cubicBezTo>
                </a:path>
              </a:pathLst>
            </a:custGeom>
            <a:noFill/>
            <a:ln w="12700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6898F4EE-1714-B99A-9604-6316F41A603E}"/>
                </a:ext>
              </a:extLst>
            </p:cNvPr>
            <p:cNvCxnSpPr/>
            <p:nvPr/>
          </p:nvCxnSpPr>
          <p:spPr>
            <a:xfrm flipV="1">
              <a:off x="5070674" y="826077"/>
              <a:ext cx="0" cy="21717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9E14065-61D3-BC61-9422-A7662783689B}"/>
                </a:ext>
              </a:extLst>
            </p:cNvPr>
            <p:cNvCxnSpPr/>
            <p:nvPr/>
          </p:nvCxnSpPr>
          <p:spPr>
            <a:xfrm>
              <a:off x="5055285" y="2997777"/>
              <a:ext cx="370416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80D9CCD-BC8B-93BF-C162-F3606EE63D73}"/>
                </a:ext>
              </a:extLst>
            </p:cNvPr>
            <p:cNvCxnSpPr>
              <a:cxnSpLocks/>
            </p:cNvCxnSpPr>
            <p:nvPr/>
          </p:nvCxnSpPr>
          <p:spPr>
            <a:xfrm>
              <a:off x="6265629" y="2930236"/>
              <a:ext cx="0" cy="12469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46D7F46-3259-D5B5-14C3-7A362FC0D86C}"/>
                </a:ext>
              </a:extLst>
            </p:cNvPr>
            <p:cNvCxnSpPr>
              <a:cxnSpLocks/>
            </p:cNvCxnSpPr>
            <p:nvPr/>
          </p:nvCxnSpPr>
          <p:spPr>
            <a:xfrm>
              <a:off x="7569688" y="2930236"/>
              <a:ext cx="0" cy="12469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4EEFBDC-24F5-8CDF-0428-7A49F5506D82}"/>
                </a:ext>
              </a:extLst>
            </p:cNvPr>
            <p:cNvCxnSpPr>
              <a:cxnSpLocks/>
            </p:cNvCxnSpPr>
            <p:nvPr/>
          </p:nvCxnSpPr>
          <p:spPr>
            <a:xfrm>
              <a:off x="8759447" y="2930236"/>
              <a:ext cx="0" cy="12469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A55D7EB-214D-C75F-990B-17D74E02F4FA}"/>
                </a:ext>
              </a:extLst>
            </p:cNvPr>
            <p:cNvSpPr/>
            <p:nvPr/>
          </p:nvSpPr>
          <p:spPr>
            <a:xfrm>
              <a:off x="5086548" y="923866"/>
              <a:ext cx="3636818" cy="1684251"/>
            </a:xfrm>
            <a:custGeom>
              <a:avLst/>
              <a:gdLst>
                <a:gd name="csX0" fmla="*/ 0 w 3636818"/>
                <a:gd name="csY0" fmla="*/ 1675981 h 1675981"/>
                <a:gd name="csX1" fmla="*/ 1137804 w 3636818"/>
                <a:gd name="csY1" fmla="*/ 1514922 h 1675981"/>
                <a:gd name="csX2" fmla="*/ 1413163 w 3636818"/>
                <a:gd name="csY2" fmla="*/ 761581 h 1675981"/>
                <a:gd name="csX3" fmla="*/ 2436668 w 3636818"/>
                <a:gd name="csY3" fmla="*/ 673258 h 1675981"/>
                <a:gd name="csX4" fmla="*/ 3091295 w 3636818"/>
                <a:gd name="csY4" fmla="*/ 101758 h 1675981"/>
                <a:gd name="csX5" fmla="*/ 3636818 w 3636818"/>
                <a:gd name="csY5" fmla="*/ 3044 h 1675981"/>
                <a:gd name="csX0" fmla="*/ 0 w 3636818"/>
                <a:gd name="csY0" fmla="*/ 1676802 h 1676802"/>
                <a:gd name="csX1" fmla="*/ 1137804 w 3636818"/>
                <a:gd name="csY1" fmla="*/ 1515743 h 1676802"/>
                <a:gd name="csX2" fmla="*/ 1413163 w 3636818"/>
                <a:gd name="csY2" fmla="*/ 762402 h 1676802"/>
                <a:gd name="csX3" fmla="*/ 2436668 w 3636818"/>
                <a:gd name="csY3" fmla="*/ 674079 h 1676802"/>
                <a:gd name="csX4" fmla="*/ 2836717 w 3636818"/>
                <a:gd name="csY4" fmla="*/ 97384 h 1676802"/>
                <a:gd name="csX5" fmla="*/ 3636818 w 3636818"/>
                <a:gd name="csY5" fmla="*/ 3865 h 1676802"/>
                <a:gd name="csX0" fmla="*/ 0 w 3636818"/>
                <a:gd name="csY0" fmla="*/ 1684251 h 1684251"/>
                <a:gd name="csX1" fmla="*/ 1137804 w 3636818"/>
                <a:gd name="csY1" fmla="*/ 1523192 h 1684251"/>
                <a:gd name="csX2" fmla="*/ 1413163 w 3636818"/>
                <a:gd name="csY2" fmla="*/ 769851 h 1684251"/>
                <a:gd name="csX3" fmla="*/ 2436668 w 3636818"/>
                <a:gd name="csY3" fmla="*/ 681528 h 1684251"/>
                <a:gd name="csX4" fmla="*/ 2763980 w 3636818"/>
                <a:gd name="csY4" fmla="*/ 78855 h 1684251"/>
                <a:gd name="csX5" fmla="*/ 3636818 w 3636818"/>
                <a:gd name="csY5" fmla="*/ 11314 h 16842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3636818" h="1684251">
                  <a:moveTo>
                    <a:pt x="0" y="1684251"/>
                  </a:moveTo>
                  <a:cubicBezTo>
                    <a:pt x="451138" y="1679921"/>
                    <a:pt x="902277" y="1675592"/>
                    <a:pt x="1137804" y="1523192"/>
                  </a:cubicBezTo>
                  <a:cubicBezTo>
                    <a:pt x="1373331" y="1370792"/>
                    <a:pt x="1196686" y="910128"/>
                    <a:pt x="1413163" y="769851"/>
                  </a:cubicBezTo>
                  <a:cubicBezTo>
                    <a:pt x="1629640" y="629574"/>
                    <a:pt x="2211532" y="796694"/>
                    <a:pt x="2436668" y="681528"/>
                  </a:cubicBezTo>
                  <a:cubicBezTo>
                    <a:pt x="2661804" y="566362"/>
                    <a:pt x="2563955" y="190557"/>
                    <a:pt x="2763980" y="78855"/>
                  </a:cubicBezTo>
                  <a:cubicBezTo>
                    <a:pt x="2964005" y="-32847"/>
                    <a:pt x="3464069" y="4820"/>
                    <a:pt x="3636818" y="11314"/>
                  </a:cubicBezTo>
                </a:path>
              </a:pathLst>
            </a:custGeom>
            <a:noFill/>
            <a:ln w="127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3D111E8-CDDC-1917-5757-7A1C62BB1FA2}"/>
                </a:ext>
              </a:extLst>
            </p:cNvPr>
            <p:cNvSpPr txBox="1"/>
            <p:nvPr/>
          </p:nvSpPr>
          <p:spPr>
            <a:xfrm>
              <a:off x="7942120" y="581020"/>
              <a:ext cx="1312081" cy="312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C12AA98-87C7-C5DA-4334-F4EE21710873}"/>
                </a:ext>
              </a:extLst>
            </p:cNvPr>
            <p:cNvCxnSpPr/>
            <p:nvPr/>
          </p:nvCxnSpPr>
          <p:spPr>
            <a:xfrm>
              <a:off x="5086548" y="1407967"/>
              <a:ext cx="3662793" cy="0"/>
            </a:xfrm>
            <a:prstGeom prst="line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BABBD40-0816-4B08-8AD2-17D6B14D82F2}"/>
                </a:ext>
              </a:extLst>
            </p:cNvPr>
            <p:cNvSpPr txBox="1"/>
            <p:nvPr/>
          </p:nvSpPr>
          <p:spPr>
            <a:xfrm>
              <a:off x="7942120" y="1394587"/>
              <a:ext cx="1312081" cy="312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1E68409-6084-97DF-52A4-470B170701AB}"/>
                </a:ext>
              </a:extLst>
            </p:cNvPr>
            <p:cNvSpPr txBox="1"/>
            <p:nvPr/>
          </p:nvSpPr>
          <p:spPr>
            <a:xfrm>
              <a:off x="7942120" y="2600034"/>
              <a:ext cx="1312081" cy="312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028101C-4445-170D-7726-7D1346ACECC0}"/>
                </a:ext>
              </a:extLst>
            </p:cNvPr>
            <p:cNvSpPr/>
            <p:nvPr/>
          </p:nvSpPr>
          <p:spPr>
            <a:xfrm>
              <a:off x="5083895" y="2948752"/>
              <a:ext cx="124690" cy="1246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20923984-31F9-26D1-D296-6C45F5B47D75}"/>
                </a:ext>
              </a:extLst>
            </p:cNvPr>
            <p:cNvSpPr/>
            <p:nvPr/>
          </p:nvSpPr>
          <p:spPr>
            <a:xfrm>
              <a:off x="5294167" y="2948752"/>
              <a:ext cx="124690" cy="1246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7F21AB47-DAC1-A02B-D72F-0A77B1B0F1C5}"/>
                </a:ext>
              </a:extLst>
            </p:cNvPr>
            <p:cNvSpPr/>
            <p:nvPr/>
          </p:nvSpPr>
          <p:spPr>
            <a:xfrm>
              <a:off x="5498432" y="2948752"/>
              <a:ext cx="124690" cy="1246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E00A3161-FF31-99C1-4C27-3F3FBEFC1DB3}"/>
                </a:ext>
              </a:extLst>
            </p:cNvPr>
            <p:cNvSpPr/>
            <p:nvPr/>
          </p:nvSpPr>
          <p:spPr>
            <a:xfrm>
              <a:off x="5694635" y="2948752"/>
              <a:ext cx="124690" cy="1246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633B1C94-A02E-D3AB-4834-984B3705EA8D}"/>
                </a:ext>
              </a:extLst>
            </p:cNvPr>
            <p:cNvSpPr/>
            <p:nvPr/>
          </p:nvSpPr>
          <p:spPr>
            <a:xfrm>
              <a:off x="5904907" y="2948752"/>
              <a:ext cx="124690" cy="1246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24BD9065-F53B-D399-2091-96F1ABBF52C7}"/>
                </a:ext>
              </a:extLst>
            </p:cNvPr>
            <p:cNvSpPr/>
            <p:nvPr/>
          </p:nvSpPr>
          <p:spPr>
            <a:xfrm>
              <a:off x="6109172" y="2948752"/>
              <a:ext cx="124690" cy="1246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DED08791-F4BB-D866-3EB5-DCA87E5FDCE6}"/>
                </a:ext>
              </a:extLst>
            </p:cNvPr>
            <p:cNvSpPr/>
            <p:nvPr/>
          </p:nvSpPr>
          <p:spPr>
            <a:xfrm>
              <a:off x="6318768" y="2948752"/>
              <a:ext cx="124690" cy="1246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BF32ACBE-1C50-0307-626D-B8FE376C6308}"/>
                </a:ext>
              </a:extLst>
            </p:cNvPr>
            <p:cNvSpPr/>
            <p:nvPr/>
          </p:nvSpPr>
          <p:spPr>
            <a:xfrm>
              <a:off x="6529040" y="2948752"/>
              <a:ext cx="124690" cy="1246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1D45A39-B999-0493-76F5-A75AB44F5AA0}"/>
                </a:ext>
              </a:extLst>
            </p:cNvPr>
            <p:cNvSpPr/>
            <p:nvPr/>
          </p:nvSpPr>
          <p:spPr>
            <a:xfrm>
              <a:off x="6733305" y="2948752"/>
              <a:ext cx="124690" cy="1246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6669C01D-FAD9-C7D3-9818-BC927FDC5D05}"/>
                </a:ext>
              </a:extLst>
            </p:cNvPr>
            <p:cNvSpPr/>
            <p:nvPr/>
          </p:nvSpPr>
          <p:spPr>
            <a:xfrm>
              <a:off x="6929508" y="2948752"/>
              <a:ext cx="124690" cy="1246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6C72A446-CFC2-84CB-4A7E-251A338569A7}"/>
                </a:ext>
              </a:extLst>
            </p:cNvPr>
            <p:cNvSpPr/>
            <p:nvPr/>
          </p:nvSpPr>
          <p:spPr>
            <a:xfrm>
              <a:off x="7139780" y="2948752"/>
              <a:ext cx="124690" cy="1246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AB6ABF5-BF54-9CBA-643D-9BFFD0B35B13}"/>
                </a:ext>
              </a:extLst>
            </p:cNvPr>
            <p:cNvSpPr/>
            <p:nvPr/>
          </p:nvSpPr>
          <p:spPr>
            <a:xfrm>
              <a:off x="7344045" y="2948752"/>
              <a:ext cx="124690" cy="1246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78615CA8-9709-5FEC-B09A-B4416CC4D9E2}"/>
                </a:ext>
              </a:extLst>
            </p:cNvPr>
            <p:cNvSpPr/>
            <p:nvPr/>
          </p:nvSpPr>
          <p:spPr>
            <a:xfrm>
              <a:off x="7543627" y="2948752"/>
              <a:ext cx="124690" cy="1246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8DADD335-71AF-FF4B-CCF4-E4F124D48947}"/>
                </a:ext>
              </a:extLst>
            </p:cNvPr>
            <p:cNvSpPr/>
            <p:nvPr/>
          </p:nvSpPr>
          <p:spPr>
            <a:xfrm>
              <a:off x="7753899" y="2948752"/>
              <a:ext cx="124690" cy="1246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F639536E-1449-E8E7-A036-5D0F33D41ABA}"/>
                </a:ext>
              </a:extLst>
            </p:cNvPr>
            <p:cNvSpPr/>
            <p:nvPr/>
          </p:nvSpPr>
          <p:spPr>
            <a:xfrm>
              <a:off x="7958164" y="2948752"/>
              <a:ext cx="124690" cy="1246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8255E3F4-62E7-5139-F6D8-D808681B83B6}"/>
                </a:ext>
              </a:extLst>
            </p:cNvPr>
            <p:cNvSpPr/>
            <p:nvPr/>
          </p:nvSpPr>
          <p:spPr>
            <a:xfrm>
              <a:off x="8154367" y="2948752"/>
              <a:ext cx="124690" cy="1246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834B3A2-D840-0711-D5B8-A9EFEB0677E5}"/>
                </a:ext>
              </a:extLst>
            </p:cNvPr>
            <p:cNvSpPr/>
            <p:nvPr/>
          </p:nvSpPr>
          <p:spPr>
            <a:xfrm>
              <a:off x="8364639" y="2948752"/>
              <a:ext cx="124690" cy="1246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6428A6DE-C37F-45FE-5C38-9FAEED2E1A21}"/>
                </a:ext>
              </a:extLst>
            </p:cNvPr>
            <p:cNvSpPr/>
            <p:nvPr/>
          </p:nvSpPr>
          <p:spPr>
            <a:xfrm>
              <a:off x="8568904" y="2948752"/>
              <a:ext cx="124690" cy="1246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DC39DD2-3B85-457B-DE03-CAA0E60F70D5}"/>
                </a:ext>
              </a:extLst>
            </p:cNvPr>
            <p:cNvSpPr txBox="1"/>
            <p:nvPr/>
          </p:nvSpPr>
          <p:spPr>
            <a:xfrm>
              <a:off x="8171860" y="1393152"/>
              <a:ext cx="426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✔</a:t>
              </a:r>
              <a:endParaRPr lang="en-US" sz="1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2A97C45-6476-7AB6-1A26-D3FEEA304E82}"/>
                </a:ext>
              </a:extLst>
            </p:cNvPr>
            <p:cNvSpPr txBox="1"/>
            <p:nvPr/>
          </p:nvSpPr>
          <p:spPr>
            <a:xfrm>
              <a:off x="5802603" y="537683"/>
              <a:ext cx="220952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Balanced distribution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4B85B506-0299-864F-9130-7B8B64905DFF}"/>
              </a:ext>
            </a:extLst>
          </p:cNvPr>
          <p:cNvGrpSpPr/>
          <p:nvPr/>
        </p:nvGrpSpPr>
        <p:grpSpPr>
          <a:xfrm>
            <a:off x="9383995" y="537684"/>
            <a:ext cx="3132870" cy="1891965"/>
            <a:chOff x="5055285" y="3410391"/>
            <a:chExt cx="4198916" cy="2535759"/>
          </a:xfrm>
        </p:grpSpPr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09F515B7-CB68-2052-418F-68DB69209E40}"/>
                </a:ext>
              </a:extLst>
            </p:cNvPr>
            <p:cNvCxnSpPr/>
            <p:nvPr/>
          </p:nvCxnSpPr>
          <p:spPr>
            <a:xfrm>
              <a:off x="5055285" y="5870485"/>
              <a:ext cx="370416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C7A69AE6-8E8A-9565-D866-727D7C1C6388}"/>
                </a:ext>
              </a:extLst>
            </p:cNvPr>
            <p:cNvCxnSpPr>
              <a:cxnSpLocks/>
            </p:cNvCxnSpPr>
            <p:nvPr/>
          </p:nvCxnSpPr>
          <p:spPr>
            <a:xfrm>
              <a:off x="6265629" y="5802944"/>
              <a:ext cx="0" cy="12469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C7CBB9DA-97BC-1F1E-8FC6-B8CD6264F7A3}"/>
                </a:ext>
              </a:extLst>
            </p:cNvPr>
            <p:cNvCxnSpPr>
              <a:cxnSpLocks/>
            </p:cNvCxnSpPr>
            <p:nvPr/>
          </p:nvCxnSpPr>
          <p:spPr>
            <a:xfrm>
              <a:off x="7569688" y="5802944"/>
              <a:ext cx="0" cy="12469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49EA5485-4BCA-EAE3-45C7-676AA3F8A85B}"/>
                </a:ext>
              </a:extLst>
            </p:cNvPr>
            <p:cNvCxnSpPr>
              <a:cxnSpLocks/>
            </p:cNvCxnSpPr>
            <p:nvPr/>
          </p:nvCxnSpPr>
          <p:spPr>
            <a:xfrm>
              <a:off x="8759447" y="5802944"/>
              <a:ext cx="0" cy="12469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3F00C82A-B026-356F-ABE6-B4D84B1A5225}"/>
                </a:ext>
              </a:extLst>
            </p:cNvPr>
            <p:cNvSpPr/>
            <p:nvPr/>
          </p:nvSpPr>
          <p:spPr>
            <a:xfrm>
              <a:off x="5086548" y="3796574"/>
              <a:ext cx="3636818" cy="1684251"/>
            </a:xfrm>
            <a:custGeom>
              <a:avLst/>
              <a:gdLst>
                <a:gd name="csX0" fmla="*/ 0 w 3636818"/>
                <a:gd name="csY0" fmla="*/ 1675981 h 1675981"/>
                <a:gd name="csX1" fmla="*/ 1137804 w 3636818"/>
                <a:gd name="csY1" fmla="*/ 1514922 h 1675981"/>
                <a:gd name="csX2" fmla="*/ 1413163 w 3636818"/>
                <a:gd name="csY2" fmla="*/ 761581 h 1675981"/>
                <a:gd name="csX3" fmla="*/ 2436668 w 3636818"/>
                <a:gd name="csY3" fmla="*/ 673258 h 1675981"/>
                <a:gd name="csX4" fmla="*/ 3091295 w 3636818"/>
                <a:gd name="csY4" fmla="*/ 101758 h 1675981"/>
                <a:gd name="csX5" fmla="*/ 3636818 w 3636818"/>
                <a:gd name="csY5" fmla="*/ 3044 h 1675981"/>
                <a:gd name="csX0" fmla="*/ 0 w 3636818"/>
                <a:gd name="csY0" fmla="*/ 1676802 h 1676802"/>
                <a:gd name="csX1" fmla="*/ 1137804 w 3636818"/>
                <a:gd name="csY1" fmla="*/ 1515743 h 1676802"/>
                <a:gd name="csX2" fmla="*/ 1413163 w 3636818"/>
                <a:gd name="csY2" fmla="*/ 762402 h 1676802"/>
                <a:gd name="csX3" fmla="*/ 2436668 w 3636818"/>
                <a:gd name="csY3" fmla="*/ 674079 h 1676802"/>
                <a:gd name="csX4" fmla="*/ 2836717 w 3636818"/>
                <a:gd name="csY4" fmla="*/ 97384 h 1676802"/>
                <a:gd name="csX5" fmla="*/ 3636818 w 3636818"/>
                <a:gd name="csY5" fmla="*/ 3865 h 1676802"/>
                <a:gd name="csX0" fmla="*/ 0 w 3636818"/>
                <a:gd name="csY0" fmla="*/ 1684251 h 1684251"/>
                <a:gd name="csX1" fmla="*/ 1137804 w 3636818"/>
                <a:gd name="csY1" fmla="*/ 1523192 h 1684251"/>
                <a:gd name="csX2" fmla="*/ 1413163 w 3636818"/>
                <a:gd name="csY2" fmla="*/ 769851 h 1684251"/>
                <a:gd name="csX3" fmla="*/ 2436668 w 3636818"/>
                <a:gd name="csY3" fmla="*/ 681528 h 1684251"/>
                <a:gd name="csX4" fmla="*/ 2763980 w 3636818"/>
                <a:gd name="csY4" fmla="*/ 78855 h 1684251"/>
                <a:gd name="csX5" fmla="*/ 3636818 w 3636818"/>
                <a:gd name="csY5" fmla="*/ 11314 h 16842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3636818" h="1684251">
                  <a:moveTo>
                    <a:pt x="0" y="1684251"/>
                  </a:moveTo>
                  <a:cubicBezTo>
                    <a:pt x="451138" y="1679921"/>
                    <a:pt x="902277" y="1675592"/>
                    <a:pt x="1137804" y="1523192"/>
                  </a:cubicBezTo>
                  <a:cubicBezTo>
                    <a:pt x="1373331" y="1370792"/>
                    <a:pt x="1196686" y="910128"/>
                    <a:pt x="1413163" y="769851"/>
                  </a:cubicBezTo>
                  <a:cubicBezTo>
                    <a:pt x="1629640" y="629574"/>
                    <a:pt x="2211532" y="796694"/>
                    <a:pt x="2436668" y="681528"/>
                  </a:cubicBezTo>
                  <a:cubicBezTo>
                    <a:pt x="2661804" y="566362"/>
                    <a:pt x="2563955" y="190557"/>
                    <a:pt x="2763980" y="78855"/>
                  </a:cubicBezTo>
                  <a:cubicBezTo>
                    <a:pt x="2964005" y="-32847"/>
                    <a:pt x="3464069" y="4820"/>
                    <a:pt x="3636818" y="11314"/>
                  </a:cubicBezTo>
                </a:path>
              </a:pathLst>
            </a:custGeom>
            <a:noFill/>
            <a:ln w="127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D15141AC-1C79-3594-882A-3D7356A0CFC9}"/>
                </a:ext>
              </a:extLst>
            </p:cNvPr>
            <p:cNvSpPr txBox="1"/>
            <p:nvPr/>
          </p:nvSpPr>
          <p:spPr>
            <a:xfrm>
              <a:off x="7942120" y="3453728"/>
              <a:ext cx="1312081" cy="312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54703DB3-7A51-EEA9-02C0-1E5A8CB704AF}"/>
                </a:ext>
              </a:extLst>
            </p:cNvPr>
            <p:cNvCxnSpPr/>
            <p:nvPr/>
          </p:nvCxnSpPr>
          <p:spPr>
            <a:xfrm>
              <a:off x="5086548" y="4280675"/>
              <a:ext cx="3662793" cy="0"/>
            </a:xfrm>
            <a:prstGeom prst="line">
              <a:avLst/>
            </a:prstGeom>
            <a:noFill/>
            <a:ln w="12700">
              <a:solidFill>
                <a:srgbClr val="00B05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8F5D205E-1FB6-3DC1-613C-1656827430CC}"/>
                </a:ext>
              </a:extLst>
            </p:cNvPr>
            <p:cNvSpPr txBox="1"/>
            <p:nvPr/>
          </p:nvSpPr>
          <p:spPr>
            <a:xfrm>
              <a:off x="7942120" y="4267295"/>
              <a:ext cx="1312081" cy="312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A0ED90A6-EC9D-B898-9A1B-258EC07FFD46}"/>
                </a:ext>
              </a:extLst>
            </p:cNvPr>
            <p:cNvSpPr txBox="1"/>
            <p:nvPr/>
          </p:nvSpPr>
          <p:spPr>
            <a:xfrm>
              <a:off x="7942120" y="5472742"/>
              <a:ext cx="1312081" cy="312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B0AA136D-96E0-5FF4-5DDE-E6BC32B3F7EC}"/>
                </a:ext>
              </a:extLst>
            </p:cNvPr>
            <p:cNvSpPr/>
            <p:nvPr/>
          </p:nvSpPr>
          <p:spPr>
            <a:xfrm>
              <a:off x="5410108" y="5821460"/>
              <a:ext cx="124690" cy="1246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BA3F93EC-9951-B158-ACD8-0221A5C3BA7C}"/>
                </a:ext>
              </a:extLst>
            </p:cNvPr>
            <p:cNvSpPr/>
            <p:nvPr/>
          </p:nvSpPr>
          <p:spPr>
            <a:xfrm>
              <a:off x="5819325" y="5821460"/>
              <a:ext cx="124690" cy="1246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61462177-79D9-B60C-C4A0-A63B4879CF2B}"/>
                </a:ext>
              </a:extLst>
            </p:cNvPr>
            <p:cNvSpPr/>
            <p:nvPr/>
          </p:nvSpPr>
          <p:spPr>
            <a:xfrm>
              <a:off x="6763567" y="5821460"/>
              <a:ext cx="124690" cy="1246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B67C76BA-26AD-84AA-9794-E8AFADE96971}"/>
                </a:ext>
              </a:extLst>
            </p:cNvPr>
            <p:cNvSpPr/>
            <p:nvPr/>
          </p:nvSpPr>
          <p:spPr>
            <a:xfrm>
              <a:off x="7895819" y="5821460"/>
              <a:ext cx="124690" cy="1246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14B7D238-BDFE-7B54-9F45-F15198C59BFA}"/>
                </a:ext>
              </a:extLst>
            </p:cNvPr>
            <p:cNvSpPr txBox="1"/>
            <p:nvPr/>
          </p:nvSpPr>
          <p:spPr>
            <a:xfrm>
              <a:off x="5802603" y="3410391"/>
              <a:ext cx="220952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Cherry-picking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8A4E05F9-0B4E-69C5-E5E6-145F65669358}"/>
                </a:ext>
              </a:extLst>
            </p:cNvPr>
            <p:cNvSpPr txBox="1"/>
            <p:nvPr/>
          </p:nvSpPr>
          <p:spPr>
            <a:xfrm>
              <a:off x="8177618" y="5391127"/>
              <a:ext cx="426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✔</a:t>
              </a:r>
              <a:endParaRPr lang="en-US" sz="1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8BD25AA1-DFB5-96EB-20D9-A6ED227CE5E4}"/>
                </a:ext>
              </a:extLst>
            </p:cNvPr>
            <p:cNvSpPr/>
            <p:nvPr/>
          </p:nvSpPr>
          <p:spPr>
            <a:xfrm>
              <a:off x="5086548" y="3903722"/>
              <a:ext cx="3678382" cy="1959302"/>
            </a:xfrm>
            <a:custGeom>
              <a:avLst/>
              <a:gdLst>
                <a:gd name="csX0" fmla="*/ 0 w 3678382"/>
                <a:gd name="csY0" fmla="*/ 1943151 h 2111162"/>
                <a:gd name="csX1" fmla="*/ 280554 w 3678382"/>
                <a:gd name="csY1" fmla="*/ 1932760 h 2111162"/>
                <a:gd name="csX2" fmla="*/ 368877 w 3678382"/>
                <a:gd name="csY2" fmla="*/ 114351 h 2111162"/>
                <a:gd name="csX3" fmla="*/ 472786 w 3678382"/>
                <a:gd name="csY3" fmla="*/ 1698964 h 2111162"/>
                <a:gd name="csX4" fmla="*/ 722168 w 3678382"/>
                <a:gd name="csY4" fmla="*/ 1828851 h 2111162"/>
                <a:gd name="csX5" fmla="*/ 779318 w 3678382"/>
                <a:gd name="csY5" fmla="*/ 649483 h 2111162"/>
                <a:gd name="csX6" fmla="*/ 852054 w 3678382"/>
                <a:gd name="csY6" fmla="*/ 1750919 h 2111162"/>
                <a:gd name="csX7" fmla="*/ 1589809 w 3678382"/>
                <a:gd name="csY7" fmla="*/ 1854828 h 2111162"/>
                <a:gd name="csX8" fmla="*/ 1771650 w 3678382"/>
                <a:gd name="csY8" fmla="*/ 31223 h 2111162"/>
                <a:gd name="csX9" fmla="*/ 1854777 w 3678382"/>
                <a:gd name="csY9" fmla="*/ 1771701 h 2111162"/>
                <a:gd name="csX10" fmla="*/ 2748395 w 3678382"/>
                <a:gd name="csY10" fmla="*/ 1865219 h 2111162"/>
                <a:gd name="csX11" fmla="*/ 2852304 w 3678382"/>
                <a:gd name="csY11" fmla="*/ 51 h 2111162"/>
                <a:gd name="csX12" fmla="*/ 2961409 w 3678382"/>
                <a:gd name="csY12" fmla="*/ 1927564 h 2111162"/>
                <a:gd name="csX13" fmla="*/ 3678382 w 3678382"/>
                <a:gd name="csY13" fmla="*/ 1865219 h 2111162"/>
                <a:gd name="csX0" fmla="*/ 0 w 3678382"/>
                <a:gd name="csY0" fmla="*/ 1943527 h 2111538"/>
                <a:gd name="csX1" fmla="*/ 280554 w 3678382"/>
                <a:gd name="csY1" fmla="*/ 1933136 h 2111538"/>
                <a:gd name="csX2" fmla="*/ 368877 w 3678382"/>
                <a:gd name="csY2" fmla="*/ 114727 h 2111538"/>
                <a:gd name="csX3" fmla="*/ 472786 w 3678382"/>
                <a:gd name="csY3" fmla="*/ 1699340 h 2111538"/>
                <a:gd name="csX4" fmla="*/ 722168 w 3678382"/>
                <a:gd name="csY4" fmla="*/ 1829227 h 2111538"/>
                <a:gd name="csX5" fmla="*/ 779318 w 3678382"/>
                <a:gd name="csY5" fmla="*/ 649859 h 2111538"/>
                <a:gd name="csX6" fmla="*/ 852054 w 3678382"/>
                <a:gd name="csY6" fmla="*/ 1751295 h 2111538"/>
                <a:gd name="csX7" fmla="*/ 1589809 w 3678382"/>
                <a:gd name="csY7" fmla="*/ 1855204 h 2111538"/>
                <a:gd name="csX8" fmla="*/ 1771650 w 3678382"/>
                <a:gd name="csY8" fmla="*/ 31599 h 2111538"/>
                <a:gd name="csX9" fmla="*/ 1854777 w 3678382"/>
                <a:gd name="csY9" fmla="*/ 1772077 h 2111538"/>
                <a:gd name="csX10" fmla="*/ 2748395 w 3678382"/>
                <a:gd name="csY10" fmla="*/ 1865595 h 2111538"/>
                <a:gd name="csX11" fmla="*/ 2852304 w 3678382"/>
                <a:gd name="csY11" fmla="*/ 427 h 2111538"/>
                <a:gd name="csX12" fmla="*/ 2961409 w 3678382"/>
                <a:gd name="csY12" fmla="*/ 1694145 h 2111538"/>
                <a:gd name="csX13" fmla="*/ 3678382 w 3678382"/>
                <a:gd name="csY13" fmla="*/ 1865595 h 2111538"/>
                <a:gd name="csX0" fmla="*/ 0 w 3678382"/>
                <a:gd name="csY0" fmla="*/ 1943115 h 2111126"/>
                <a:gd name="csX1" fmla="*/ 280554 w 3678382"/>
                <a:gd name="csY1" fmla="*/ 1932724 h 2111126"/>
                <a:gd name="csX2" fmla="*/ 368877 w 3678382"/>
                <a:gd name="csY2" fmla="*/ 114315 h 2111126"/>
                <a:gd name="csX3" fmla="*/ 472786 w 3678382"/>
                <a:gd name="csY3" fmla="*/ 1698928 h 2111126"/>
                <a:gd name="csX4" fmla="*/ 722168 w 3678382"/>
                <a:gd name="csY4" fmla="*/ 1828815 h 2111126"/>
                <a:gd name="csX5" fmla="*/ 779318 w 3678382"/>
                <a:gd name="csY5" fmla="*/ 649447 h 2111126"/>
                <a:gd name="csX6" fmla="*/ 852054 w 3678382"/>
                <a:gd name="csY6" fmla="*/ 1750883 h 2111126"/>
                <a:gd name="csX7" fmla="*/ 1589809 w 3678382"/>
                <a:gd name="csY7" fmla="*/ 1854792 h 2111126"/>
                <a:gd name="csX8" fmla="*/ 1771650 w 3678382"/>
                <a:gd name="csY8" fmla="*/ 31187 h 2111126"/>
                <a:gd name="csX9" fmla="*/ 1854777 w 3678382"/>
                <a:gd name="csY9" fmla="*/ 1771665 h 2111126"/>
                <a:gd name="csX10" fmla="*/ 2738004 w 3678382"/>
                <a:gd name="csY10" fmla="*/ 1662560 h 2111126"/>
                <a:gd name="csX11" fmla="*/ 2852304 w 3678382"/>
                <a:gd name="csY11" fmla="*/ 15 h 2111126"/>
                <a:gd name="csX12" fmla="*/ 2961409 w 3678382"/>
                <a:gd name="csY12" fmla="*/ 1693733 h 2111126"/>
                <a:gd name="csX13" fmla="*/ 3678382 w 3678382"/>
                <a:gd name="csY13" fmla="*/ 1865183 h 2111126"/>
                <a:gd name="csX0" fmla="*/ 0 w 3678382"/>
                <a:gd name="csY0" fmla="*/ 1943115 h 2111126"/>
                <a:gd name="csX1" fmla="*/ 280554 w 3678382"/>
                <a:gd name="csY1" fmla="*/ 1932724 h 2111126"/>
                <a:gd name="csX2" fmla="*/ 368877 w 3678382"/>
                <a:gd name="csY2" fmla="*/ 114315 h 2111126"/>
                <a:gd name="csX3" fmla="*/ 472786 w 3678382"/>
                <a:gd name="csY3" fmla="*/ 1698928 h 2111126"/>
                <a:gd name="csX4" fmla="*/ 722168 w 3678382"/>
                <a:gd name="csY4" fmla="*/ 1828815 h 2111126"/>
                <a:gd name="csX5" fmla="*/ 779318 w 3678382"/>
                <a:gd name="csY5" fmla="*/ 649447 h 2111126"/>
                <a:gd name="csX6" fmla="*/ 852054 w 3678382"/>
                <a:gd name="csY6" fmla="*/ 1750883 h 2111126"/>
                <a:gd name="csX7" fmla="*/ 1620982 w 3678382"/>
                <a:gd name="csY7" fmla="*/ 1719711 h 2111126"/>
                <a:gd name="csX8" fmla="*/ 1771650 w 3678382"/>
                <a:gd name="csY8" fmla="*/ 31187 h 2111126"/>
                <a:gd name="csX9" fmla="*/ 1854777 w 3678382"/>
                <a:gd name="csY9" fmla="*/ 1771665 h 2111126"/>
                <a:gd name="csX10" fmla="*/ 2738004 w 3678382"/>
                <a:gd name="csY10" fmla="*/ 1662560 h 2111126"/>
                <a:gd name="csX11" fmla="*/ 2852304 w 3678382"/>
                <a:gd name="csY11" fmla="*/ 15 h 2111126"/>
                <a:gd name="csX12" fmla="*/ 2961409 w 3678382"/>
                <a:gd name="csY12" fmla="*/ 1693733 h 2111126"/>
                <a:gd name="csX13" fmla="*/ 3678382 w 3678382"/>
                <a:gd name="csY13" fmla="*/ 1865183 h 2111126"/>
                <a:gd name="csX0" fmla="*/ 0 w 3678382"/>
                <a:gd name="csY0" fmla="*/ 1943115 h 2035967"/>
                <a:gd name="csX1" fmla="*/ 311727 w 3678382"/>
                <a:gd name="csY1" fmla="*/ 1776860 h 2035967"/>
                <a:gd name="csX2" fmla="*/ 368877 w 3678382"/>
                <a:gd name="csY2" fmla="*/ 114315 h 2035967"/>
                <a:gd name="csX3" fmla="*/ 472786 w 3678382"/>
                <a:gd name="csY3" fmla="*/ 1698928 h 2035967"/>
                <a:gd name="csX4" fmla="*/ 722168 w 3678382"/>
                <a:gd name="csY4" fmla="*/ 1828815 h 2035967"/>
                <a:gd name="csX5" fmla="*/ 779318 w 3678382"/>
                <a:gd name="csY5" fmla="*/ 649447 h 2035967"/>
                <a:gd name="csX6" fmla="*/ 852054 w 3678382"/>
                <a:gd name="csY6" fmla="*/ 1750883 h 2035967"/>
                <a:gd name="csX7" fmla="*/ 1620982 w 3678382"/>
                <a:gd name="csY7" fmla="*/ 1719711 h 2035967"/>
                <a:gd name="csX8" fmla="*/ 1771650 w 3678382"/>
                <a:gd name="csY8" fmla="*/ 31187 h 2035967"/>
                <a:gd name="csX9" fmla="*/ 1854777 w 3678382"/>
                <a:gd name="csY9" fmla="*/ 1771665 h 2035967"/>
                <a:gd name="csX10" fmla="*/ 2738004 w 3678382"/>
                <a:gd name="csY10" fmla="*/ 1662560 h 2035967"/>
                <a:gd name="csX11" fmla="*/ 2852304 w 3678382"/>
                <a:gd name="csY11" fmla="*/ 15 h 2035967"/>
                <a:gd name="csX12" fmla="*/ 2961409 w 3678382"/>
                <a:gd name="csY12" fmla="*/ 1693733 h 2035967"/>
                <a:gd name="csX13" fmla="*/ 3678382 w 3678382"/>
                <a:gd name="csY13" fmla="*/ 1865183 h 2035967"/>
                <a:gd name="csX0" fmla="*/ 0 w 3678382"/>
                <a:gd name="csY0" fmla="*/ 1943115 h 1979321"/>
                <a:gd name="csX1" fmla="*/ 311727 w 3678382"/>
                <a:gd name="csY1" fmla="*/ 1776860 h 1979321"/>
                <a:gd name="csX2" fmla="*/ 368877 w 3678382"/>
                <a:gd name="csY2" fmla="*/ 114315 h 1979321"/>
                <a:gd name="csX3" fmla="*/ 472786 w 3678382"/>
                <a:gd name="csY3" fmla="*/ 1698928 h 1979321"/>
                <a:gd name="csX4" fmla="*/ 722168 w 3678382"/>
                <a:gd name="csY4" fmla="*/ 1828815 h 1979321"/>
                <a:gd name="csX5" fmla="*/ 779318 w 3678382"/>
                <a:gd name="csY5" fmla="*/ 649447 h 1979321"/>
                <a:gd name="csX6" fmla="*/ 852054 w 3678382"/>
                <a:gd name="csY6" fmla="*/ 1750883 h 1979321"/>
                <a:gd name="csX7" fmla="*/ 1620982 w 3678382"/>
                <a:gd name="csY7" fmla="*/ 1719711 h 1979321"/>
                <a:gd name="csX8" fmla="*/ 1771650 w 3678382"/>
                <a:gd name="csY8" fmla="*/ 31187 h 1979321"/>
                <a:gd name="csX9" fmla="*/ 1854777 w 3678382"/>
                <a:gd name="csY9" fmla="*/ 1771665 h 1979321"/>
                <a:gd name="csX10" fmla="*/ 2738004 w 3678382"/>
                <a:gd name="csY10" fmla="*/ 1662560 h 1979321"/>
                <a:gd name="csX11" fmla="*/ 2852304 w 3678382"/>
                <a:gd name="csY11" fmla="*/ 15 h 1979321"/>
                <a:gd name="csX12" fmla="*/ 2961409 w 3678382"/>
                <a:gd name="csY12" fmla="*/ 1693733 h 1979321"/>
                <a:gd name="csX13" fmla="*/ 3678382 w 3678382"/>
                <a:gd name="csY13" fmla="*/ 1865183 h 1979321"/>
                <a:gd name="csX0" fmla="*/ 0 w 3678382"/>
                <a:gd name="csY0" fmla="*/ 1943115 h 1979321"/>
                <a:gd name="csX1" fmla="*/ 311727 w 3678382"/>
                <a:gd name="csY1" fmla="*/ 1776860 h 1979321"/>
                <a:gd name="csX2" fmla="*/ 368877 w 3678382"/>
                <a:gd name="csY2" fmla="*/ 114315 h 1979321"/>
                <a:gd name="csX3" fmla="*/ 472786 w 3678382"/>
                <a:gd name="csY3" fmla="*/ 1698928 h 1979321"/>
                <a:gd name="csX4" fmla="*/ 722168 w 3678382"/>
                <a:gd name="csY4" fmla="*/ 1828815 h 1979321"/>
                <a:gd name="csX5" fmla="*/ 779318 w 3678382"/>
                <a:gd name="csY5" fmla="*/ 649447 h 1979321"/>
                <a:gd name="csX6" fmla="*/ 852054 w 3678382"/>
                <a:gd name="csY6" fmla="*/ 1750883 h 1979321"/>
                <a:gd name="csX7" fmla="*/ 1620982 w 3678382"/>
                <a:gd name="csY7" fmla="*/ 1719711 h 1979321"/>
                <a:gd name="csX8" fmla="*/ 1771650 w 3678382"/>
                <a:gd name="csY8" fmla="*/ 31187 h 1979321"/>
                <a:gd name="csX9" fmla="*/ 1854777 w 3678382"/>
                <a:gd name="csY9" fmla="*/ 1771665 h 1979321"/>
                <a:gd name="csX10" fmla="*/ 2738004 w 3678382"/>
                <a:gd name="csY10" fmla="*/ 1662560 h 1979321"/>
                <a:gd name="csX11" fmla="*/ 2852304 w 3678382"/>
                <a:gd name="csY11" fmla="*/ 15 h 1979321"/>
                <a:gd name="csX12" fmla="*/ 2961409 w 3678382"/>
                <a:gd name="csY12" fmla="*/ 1693733 h 1979321"/>
                <a:gd name="csX13" fmla="*/ 3678382 w 3678382"/>
                <a:gd name="csY13" fmla="*/ 1865183 h 1979321"/>
                <a:gd name="csX0" fmla="*/ 0 w 3678382"/>
                <a:gd name="csY0" fmla="*/ 1943115 h 1979321"/>
                <a:gd name="csX1" fmla="*/ 311727 w 3678382"/>
                <a:gd name="csY1" fmla="*/ 1776860 h 1979321"/>
                <a:gd name="csX2" fmla="*/ 368877 w 3678382"/>
                <a:gd name="csY2" fmla="*/ 114315 h 1979321"/>
                <a:gd name="csX3" fmla="*/ 472786 w 3678382"/>
                <a:gd name="csY3" fmla="*/ 1698928 h 1979321"/>
                <a:gd name="csX4" fmla="*/ 722168 w 3678382"/>
                <a:gd name="csY4" fmla="*/ 1828815 h 1979321"/>
                <a:gd name="csX5" fmla="*/ 779318 w 3678382"/>
                <a:gd name="csY5" fmla="*/ 649447 h 1979321"/>
                <a:gd name="csX6" fmla="*/ 852054 w 3678382"/>
                <a:gd name="csY6" fmla="*/ 1750883 h 1979321"/>
                <a:gd name="csX7" fmla="*/ 1620982 w 3678382"/>
                <a:gd name="csY7" fmla="*/ 1719711 h 1979321"/>
                <a:gd name="csX8" fmla="*/ 1771650 w 3678382"/>
                <a:gd name="csY8" fmla="*/ 31187 h 1979321"/>
                <a:gd name="csX9" fmla="*/ 1854777 w 3678382"/>
                <a:gd name="csY9" fmla="*/ 1771665 h 1979321"/>
                <a:gd name="csX10" fmla="*/ 2738004 w 3678382"/>
                <a:gd name="csY10" fmla="*/ 1662560 h 1979321"/>
                <a:gd name="csX11" fmla="*/ 2852304 w 3678382"/>
                <a:gd name="csY11" fmla="*/ 15 h 1979321"/>
                <a:gd name="csX12" fmla="*/ 2961409 w 3678382"/>
                <a:gd name="csY12" fmla="*/ 1693733 h 1979321"/>
                <a:gd name="csX13" fmla="*/ 3678382 w 3678382"/>
                <a:gd name="csY13" fmla="*/ 1865183 h 1979321"/>
                <a:gd name="csX0" fmla="*/ 0 w 3678382"/>
                <a:gd name="csY0" fmla="*/ 1943115 h 1979321"/>
                <a:gd name="csX1" fmla="*/ 311727 w 3678382"/>
                <a:gd name="csY1" fmla="*/ 1776860 h 1979321"/>
                <a:gd name="csX2" fmla="*/ 368877 w 3678382"/>
                <a:gd name="csY2" fmla="*/ 114315 h 1979321"/>
                <a:gd name="csX3" fmla="*/ 472786 w 3678382"/>
                <a:gd name="csY3" fmla="*/ 1698928 h 1979321"/>
                <a:gd name="csX4" fmla="*/ 722168 w 3678382"/>
                <a:gd name="csY4" fmla="*/ 1828815 h 1979321"/>
                <a:gd name="csX5" fmla="*/ 779318 w 3678382"/>
                <a:gd name="csY5" fmla="*/ 649447 h 1979321"/>
                <a:gd name="csX6" fmla="*/ 852054 w 3678382"/>
                <a:gd name="csY6" fmla="*/ 1750883 h 1979321"/>
                <a:gd name="csX7" fmla="*/ 1620982 w 3678382"/>
                <a:gd name="csY7" fmla="*/ 1719711 h 1979321"/>
                <a:gd name="csX8" fmla="*/ 1771650 w 3678382"/>
                <a:gd name="csY8" fmla="*/ 31187 h 1979321"/>
                <a:gd name="csX9" fmla="*/ 1854777 w 3678382"/>
                <a:gd name="csY9" fmla="*/ 1771665 h 1979321"/>
                <a:gd name="csX10" fmla="*/ 2738004 w 3678382"/>
                <a:gd name="csY10" fmla="*/ 1662560 h 1979321"/>
                <a:gd name="csX11" fmla="*/ 2852304 w 3678382"/>
                <a:gd name="csY11" fmla="*/ 15 h 1979321"/>
                <a:gd name="csX12" fmla="*/ 2961409 w 3678382"/>
                <a:gd name="csY12" fmla="*/ 1693733 h 1979321"/>
                <a:gd name="csX13" fmla="*/ 3678382 w 3678382"/>
                <a:gd name="csY13" fmla="*/ 1865183 h 1979321"/>
                <a:gd name="csX0" fmla="*/ 0 w 3678382"/>
                <a:gd name="csY0" fmla="*/ 1943115 h 1979321"/>
                <a:gd name="csX1" fmla="*/ 311727 w 3678382"/>
                <a:gd name="csY1" fmla="*/ 1776860 h 1979321"/>
                <a:gd name="csX2" fmla="*/ 368877 w 3678382"/>
                <a:gd name="csY2" fmla="*/ 114315 h 1979321"/>
                <a:gd name="csX3" fmla="*/ 472786 w 3678382"/>
                <a:gd name="csY3" fmla="*/ 1698928 h 1979321"/>
                <a:gd name="csX4" fmla="*/ 722168 w 3678382"/>
                <a:gd name="csY4" fmla="*/ 1828815 h 1979321"/>
                <a:gd name="csX5" fmla="*/ 779318 w 3678382"/>
                <a:gd name="csY5" fmla="*/ 649447 h 1979321"/>
                <a:gd name="csX6" fmla="*/ 852054 w 3678382"/>
                <a:gd name="csY6" fmla="*/ 1750883 h 1979321"/>
                <a:gd name="csX7" fmla="*/ 1620982 w 3678382"/>
                <a:gd name="csY7" fmla="*/ 1719711 h 1979321"/>
                <a:gd name="csX8" fmla="*/ 1771650 w 3678382"/>
                <a:gd name="csY8" fmla="*/ 31187 h 1979321"/>
                <a:gd name="csX9" fmla="*/ 1854777 w 3678382"/>
                <a:gd name="csY9" fmla="*/ 1771665 h 1979321"/>
                <a:gd name="csX10" fmla="*/ 2738004 w 3678382"/>
                <a:gd name="csY10" fmla="*/ 1662560 h 1979321"/>
                <a:gd name="csX11" fmla="*/ 2852304 w 3678382"/>
                <a:gd name="csY11" fmla="*/ 15 h 1979321"/>
                <a:gd name="csX12" fmla="*/ 2961409 w 3678382"/>
                <a:gd name="csY12" fmla="*/ 1693733 h 1979321"/>
                <a:gd name="csX13" fmla="*/ 3678382 w 3678382"/>
                <a:gd name="csY13" fmla="*/ 1865183 h 1979321"/>
                <a:gd name="csX0" fmla="*/ 0 w 3678382"/>
                <a:gd name="csY0" fmla="*/ 1943558 h 2040156"/>
                <a:gd name="csX1" fmla="*/ 311727 w 3678382"/>
                <a:gd name="csY1" fmla="*/ 1777303 h 2040156"/>
                <a:gd name="csX2" fmla="*/ 368877 w 3678382"/>
                <a:gd name="csY2" fmla="*/ 114758 h 2040156"/>
                <a:gd name="csX3" fmla="*/ 472786 w 3678382"/>
                <a:gd name="csY3" fmla="*/ 1699371 h 2040156"/>
                <a:gd name="csX4" fmla="*/ 722168 w 3678382"/>
                <a:gd name="csY4" fmla="*/ 1829258 h 2040156"/>
                <a:gd name="csX5" fmla="*/ 779318 w 3678382"/>
                <a:gd name="csY5" fmla="*/ 649890 h 2040156"/>
                <a:gd name="csX6" fmla="*/ 852054 w 3678382"/>
                <a:gd name="csY6" fmla="*/ 1751326 h 2040156"/>
                <a:gd name="csX7" fmla="*/ 1620982 w 3678382"/>
                <a:gd name="csY7" fmla="*/ 1720154 h 2040156"/>
                <a:gd name="csX8" fmla="*/ 1771650 w 3678382"/>
                <a:gd name="csY8" fmla="*/ 31630 h 2040156"/>
                <a:gd name="csX9" fmla="*/ 1854777 w 3678382"/>
                <a:gd name="csY9" fmla="*/ 1772108 h 2040156"/>
                <a:gd name="csX10" fmla="*/ 2738004 w 3678382"/>
                <a:gd name="csY10" fmla="*/ 1663003 h 2040156"/>
                <a:gd name="csX11" fmla="*/ 2852304 w 3678382"/>
                <a:gd name="csY11" fmla="*/ 458 h 2040156"/>
                <a:gd name="csX12" fmla="*/ 3070514 w 3678382"/>
                <a:gd name="csY12" fmla="*/ 1839649 h 2040156"/>
                <a:gd name="csX13" fmla="*/ 3678382 w 3678382"/>
                <a:gd name="csY13" fmla="*/ 1865626 h 2040156"/>
                <a:gd name="csX0" fmla="*/ 0 w 3678382"/>
                <a:gd name="csY0" fmla="*/ 1943558 h 1979764"/>
                <a:gd name="csX1" fmla="*/ 311727 w 3678382"/>
                <a:gd name="csY1" fmla="*/ 1777303 h 1979764"/>
                <a:gd name="csX2" fmla="*/ 368877 w 3678382"/>
                <a:gd name="csY2" fmla="*/ 114758 h 1979764"/>
                <a:gd name="csX3" fmla="*/ 472786 w 3678382"/>
                <a:gd name="csY3" fmla="*/ 1699371 h 1979764"/>
                <a:gd name="csX4" fmla="*/ 722168 w 3678382"/>
                <a:gd name="csY4" fmla="*/ 1829258 h 1979764"/>
                <a:gd name="csX5" fmla="*/ 779318 w 3678382"/>
                <a:gd name="csY5" fmla="*/ 649890 h 1979764"/>
                <a:gd name="csX6" fmla="*/ 852054 w 3678382"/>
                <a:gd name="csY6" fmla="*/ 1751326 h 1979764"/>
                <a:gd name="csX7" fmla="*/ 1620982 w 3678382"/>
                <a:gd name="csY7" fmla="*/ 1720154 h 1979764"/>
                <a:gd name="csX8" fmla="*/ 1771650 w 3678382"/>
                <a:gd name="csY8" fmla="*/ 31630 h 1979764"/>
                <a:gd name="csX9" fmla="*/ 1854777 w 3678382"/>
                <a:gd name="csY9" fmla="*/ 1772108 h 1979764"/>
                <a:gd name="csX10" fmla="*/ 2738004 w 3678382"/>
                <a:gd name="csY10" fmla="*/ 1663003 h 1979764"/>
                <a:gd name="csX11" fmla="*/ 2852304 w 3678382"/>
                <a:gd name="csY11" fmla="*/ 458 h 1979764"/>
                <a:gd name="csX12" fmla="*/ 3070514 w 3678382"/>
                <a:gd name="csY12" fmla="*/ 1839649 h 1979764"/>
                <a:gd name="csX13" fmla="*/ 3678382 w 3678382"/>
                <a:gd name="csY13" fmla="*/ 1865626 h 1979764"/>
                <a:gd name="csX0" fmla="*/ 0 w 3678382"/>
                <a:gd name="csY0" fmla="*/ 1943558 h 1979764"/>
                <a:gd name="csX1" fmla="*/ 311727 w 3678382"/>
                <a:gd name="csY1" fmla="*/ 1777303 h 1979764"/>
                <a:gd name="csX2" fmla="*/ 368877 w 3678382"/>
                <a:gd name="csY2" fmla="*/ 114758 h 1979764"/>
                <a:gd name="csX3" fmla="*/ 472786 w 3678382"/>
                <a:gd name="csY3" fmla="*/ 1699371 h 1979764"/>
                <a:gd name="csX4" fmla="*/ 722168 w 3678382"/>
                <a:gd name="csY4" fmla="*/ 1829258 h 1979764"/>
                <a:gd name="csX5" fmla="*/ 779318 w 3678382"/>
                <a:gd name="csY5" fmla="*/ 649890 h 1979764"/>
                <a:gd name="csX6" fmla="*/ 852054 w 3678382"/>
                <a:gd name="csY6" fmla="*/ 1751326 h 1979764"/>
                <a:gd name="csX7" fmla="*/ 1620982 w 3678382"/>
                <a:gd name="csY7" fmla="*/ 1720154 h 1979764"/>
                <a:gd name="csX8" fmla="*/ 1771650 w 3678382"/>
                <a:gd name="csY8" fmla="*/ 31630 h 1979764"/>
                <a:gd name="csX9" fmla="*/ 1854777 w 3678382"/>
                <a:gd name="csY9" fmla="*/ 1772108 h 1979764"/>
                <a:gd name="csX10" fmla="*/ 2738004 w 3678382"/>
                <a:gd name="csY10" fmla="*/ 1663003 h 1979764"/>
                <a:gd name="csX11" fmla="*/ 2852304 w 3678382"/>
                <a:gd name="csY11" fmla="*/ 458 h 1979764"/>
                <a:gd name="csX12" fmla="*/ 3070514 w 3678382"/>
                <a:gd name="csY12" fmla="*/ 1839649 h 1979764"/>
                <a:gd name="csX13" fmla="*/ 3678382 w 3678382"/>
                <a:gd name="csY13" fmla="*/ 1865626 h 1979764"/>
                <a:gd name="csX0" fmla="*/ 0 w 3678382"/>
                <a:gd name="csY0" fmla="*/ 1943102 h 2025202"/>
                <a:gd name="csX1" fmla="*/ 311727 w 3678382"/>
                <a:gd name="csY1" fmla="*/ 1776847 h 2025202"/>
                <a:gd name="csX2" fmla="*/ 368877 w 3678382"/>
                <a:gd name="csY2" fmla="*/ 114302 h 2025202"/>
                <a:gd name="csX3" fmla="*/ 472786 w 3678382"/>
                <a:gd name="csY3" fmla="*/ 1698915 h 2025202"/>
                <a:gd name="csX4" fmla="*/ 722168 w 3678382"/>
                <a:gd name="csY4" fmla="*/ 1828802 h 2025202"/>
                <a:gd name="csX5" fmla="*/ 779318 w 3678382"/>
                <a:gd name="csY5" fmla="*/ 649434 h 2025202"/>
                <a:gd name="csX6" fmla="*/ 852054 w 3678382"/>
                <a:gd name="csY6" fmla="*/ 1750870 h 2025202"/>
                <a:gd name="csX7" fmla="*/ 1620982 w 3678382"/>
                <a:gd name="csY7" fmla="*/ 1719698 h 2025202"/>
                <a:gd name="csX8" fmla="*/ 1771650 w 3678382"/>
                <a:gd name="csY8" fmla="*/ 31174 h 2025202"/>
                <a:gd name="csX9" fmla="*/ 1854777 w 3678382"/>
                <a:gd name="csY9" fmla="*/ 1771652 h 2025202"/>
                <a:gd name="csX10" fmla="*/ 2753590 w 3678382"/>
                <a:gd name="csY10" fmla="*/ 1828802 h 2025202"/>
                <a:gd name="csX11" fmla="*/ 2852304 w 3678382"/>
                <a:gd name="csY11" fmla="*/ 2 h 2025202"/>
                <a:gd name="csX12" fmla="*/ 3070514 w 3678382"/>
                <a:gd name="csY12" fmla="*/ 1839193 h 2025202"/>
                <a:gd name="csX13" fmla="*/ 3678382 w 3678382"/>
                <a:gd name="csY13" fmla="*/ 1865170 h 2025202"/>
                <a:gd name="csX0" fmla="*/ 0 w 3678382"/>
                <a:gd name="csY0" fmla="*/ 1943102 h 2025202"/>
                <a:gd name="csX1" fmla="*/ 311727 w 3678382"/>
                <a:gd name="csY1" fmla="*/ 1776847 h 2025202"/>
                <a:gd name="csX2" fmla="*/ 368877 w 3678382"/>
                <a:gd name="csY2" fmla="*/ 114302 h 2025202"/>
                <a:gd name="csX3" fmla="*/ 472786 w 3678382"/>
                <a:gd name="csY3" fmla="*/ 1698915 h 2025202"/>
                <a:gd name="csX4" fmla="*/ 722168 w 3678382"/>
                <a:gd name="csY4" fmla="*/ 1828802 h 2025202"/>
                <a:gd name="csX5" fmla="*/ 779318 w 3678382"/>
                <a:gd name="csY5" fmla="*/ 649434 h 2025202"/>
                <a:gd name="csX6" fmla="*/ 852054 w 3678382"/>
                <a:gd name="csY6" fmla="*/ 1750870 h 2025202"/>
                <a:gd name="csX7" fmla="*/ 1620982 w 3678382"/>
                <a:gd name="csY7" fmla="*/ 1719698 h 2025202"/>
                <a:gd name="csX8" fmla="*/ 1771650 w 3678382"/>
                <a:gd name="csY8" fmla="*/ 31174 h 2025202"/>
                <a:gd name="csX9" fmla="*/ 1854777 w 3678382"/>
                <a:gd name="csY9" fmla="*/ 1771652 h 2025202"/>
                <a:gd name="csX10" fmla="*/ 2753590 w 3678382"/>
                <a:gd name="csY10" fmla="*/ 1828802 h 2025202"/>
                <a:gd name="csX11" fmla="*/ 2852304 w 3678382"/>
                <a:gd name="csY11" fmla="*/ 2 h 2025202"/>
                <a:gd name="csX12" fmla="*/ 3070514 w 3678382"/>
                <a:gd name="csY12" fmla="*/ 1839193 h 2025202"/>
                <a:gd name="csX13" fmla="*/ 3678382 w 3678382"/>
                <a:gd name="csY13" fmla="*/ 1865170 h 2025202"/>
                <a:gd name="csX0" fmla="*/ 0 w 3678382"/>
                <a:gd name="csY0" fmla="*/ 1943102 h 1979308"/>
                <a:gd name="csX1" fmla="*/ 311727 w 3678382"/>
                <a:gd name="csY1" fmla="*/ 1776847 h 1979308"/>
                <a:gd name="csX2" fmla="*/ 368877 w 3678382"/>
                <a:gd name="csY2" fmla="*/ 114302 h 1979308"/>
                <a:gd name="csX3" fmla="*/ 472786 w 3678382"/>
                <a:gd name="csY3" fmla="*/ 1698915 h 1979308"/>
                <a:gd name="csX4" fmla="*/ 722168 w 3678382"/>
                <a:gd name="csY4" fmla="*/ 1828802 h 1979308"/>
                <a:gd name="csX5" fmla="*/ 779318 w 3678382"/>
                <a:gd name="csY5" fmla="*/ 649434 h 1979308"/>
                <a:gd name="csX6" fmla="*/ 852054 w 3678382"/>
                <a:gd name="csY6" fmla="*/ 1750870 h 1979308"/>
                <a:gd name="csX7" fmla="*/ 1620982 w 3678382"/>
                <a:gd name="csY7" fmla="*/ 1719698 h 1979308"/>
                <a:gd name="csX8" fmla="*/ 1771650 w 3678382"/>
                <a:gd name="csY8" fmla="*/ 31174 h 1979308"/>
                <a:gd name="csX9" fmla="*/ 1854777 w 3678382"/>
                <a:gd name="csY9" fmla="*/ 1771652 h 1979308"/>
                <a:gd name="csX10" fmla="*/ 2753590 w 3678382"/>
                <a:gd name="csY10" fmla="*/ 1828802 h 1979308"/>
                <a:gd name="csX11" fmla="*/ 2852304 w 3678382"/>
                <a:gd name="csY11" fmla="*/ 2 h 1979308"/>
                <a:gd name="csX12" fmla="*/ 3070514 w 3678382"/>
                <a:gd name="csY12" fmla="*/ 1839193 h 1979308"/>
                <a:gd name="csX13" fmla="*/ 3678382 w 3678382"/>
                <a:gd name="csY13" fmla="*/ 1865170 h 1979308"/>
                <a:gd name="csX0" fmla="*/ 0 w 3678382"/>
                <a:gd name="csY0" fmla="*/ 1943102 h 2025202"/>
                <a:gd name="csX1" fmla="*/ 311727 w 3678382"/>
                <a:gd name="csY1" fmla="*/ 1776847 h 2025202"/>
                <a:gd name="csX2" fmla="*/ 368877 w 3678382"/>
                <a:gd name="csY2" fmla="*/ 114302 h 2025202"/>
                <a:gd name="csX3" fmla="*/ 472786 w 3678382"/>
                <a:gd name="csY3" fmla="*/ 1698915 h 2025202"/>
                <a:gd name="csX4" fmla="*/ 722168 w 3678382"/>
                <a:gd name="csY4" fmla="*/ 1828802 h 2025202"/>
                <a:gd name="csX5" fmla="*/ 779318 w 3678382"/>
                <a:gd name="csY5" fmla="*/ 649434 h 2025202"/>
                <a:gd name="csX6" fmla="*/ 852054 w 3678382"/>
                <a:gd name="csY6" fmla="*/ 1750870 h 2025202"/>
                <a:gd name="csX7" fmla="*/ 1620982 w 3678382"/>
                <a:gd name="csY7" fmla="*/ 1719698 h 2025202"/>
                <a:gd name="csX8" fmla="*/ 1771650 w 3678382"/>
                <a:gd name="csY8" fmla="*/ 31174 h 2025202"/>
                <a:gd name="csX9" fmla="*/ 1828800 w 3678382"/>
                <a:gd name="csY9" fmla="*/ 1771652 h 2025202"/>
                <a:gd name="csX10" fmla="*/ 2753590 w 3678382"/>
                <a:gd name="csY10" fmla="*/ 1828802 h 2025202"/>
                <a:gd name="csX11" fmla="*/ 2852304 w 3678382"/>
                <a:gd name="csY11" fmla="*/ 2 h 2025202"/>
                <a:gd name="csX12" fmla="*/ 3070514 w 3678382"/>
                <a:gd name="csY12" fmla="*/ 1839193 h 2025202"/>
                <a:gd name="csX13" fmla="*/ 3678382 w 3678382"/>
                <a:gd name="csY13" fmla="*/ 1865170 h 2025202"/>
                <a:gd name="csX0" fmla="*/ 0 w 3678382"/>
                <a:gd name="csY0" fmla="*/ 1943102 h 2025202"/>
                <a:gd name="csX1" fmla="*/ 311727 w 3678382"/>
                <a:gd name="csY1" fmla="*/ 1776847 h 2025202"/>
                <a:gd name="csX2" fmla="*/ 368877 w 3678382"/>
                <a:gd name="csY2" fmla="*/ 114302 h 2025202"/>
                <a:gd name="csX3" fmla="*/ 472786 w 3678382"/>
                <a:gd name="csY3" fmla="*/ 1698915 h 2025202"/>
                <a:gd name="csX4" fmla="*/ 722168 w 3678382"/>
                <a:gd name="csY4" fmla="*/ 1828802 h 2025202"/>
                <a:gd name="csX5" fmla="*/ 779318 w 3678382"/>
                <a:gd name="csY5" fmla="*/ 649434 h 2025202"/>
                <a:gd name="csX6" fmla="*/ 852054 w 3678382"/>
                <a:gd name="csY6" fmla="*/ 1750870 h 2025202"/>
                <a:gd name="csX7" fmla="*/ 1620982 w 3678382"/>
                <a:gd name="csY7" fmla="*/ 1719698 h 2025202"/>
                <a:gd name="csX8" fmla="*/ 1771650 w 3678382"/>
                <a:gd name="csY8" fmla="*/ 31174 h 2025202"/>
                <a:gd name="csX9" fmla="*/ 1828800 w 3678382"/>
                <a:gd name="csY9" fmla="*/ 1771652 h 2025202"/>
                <a:gd name="csX10" fmla="*/ 2753590 w 3678382"/>
                <a:gd name="csY10" fmla="*/ 1828802 h 2025202"/>
                <a:gd name="csX11" fmla="*/ 2852304 w 3678382"/>
                <a:gd name="csY11" fmla="*/ 2 h 2025202"/>
                <a:gd name="csX12" fmla="*/ 3070514 w 3678382"/>
                <a:gd name="csY12" fmla="*/ 1839193 h 2025202"/>
                <a:gd name="csX13" fmla="*/ 3678382 w 3678382"/>
                <a:gd name="csY13" fmla="*/ 1865170 h 2025202"/>
                <a:gd name="csX0" fmla="*/ 0 w 3678382"/>
                <a:gd name="csY0" fmla="*/ 1943102 h 1979308"/>
                <a:gd name="csX1" fmla="*/ 311727 w 3678382"/>
                <a:gd name="csY1" fmla="*/ 1776847 h 1979308"/>
                <a:gd name="csX2" fmla="*/ 368877 w 3678382"/>
                <a:gd name="csY2" fmla="*/ 114302 h 1979308"/>
                <a:gd name="csX3" fmla="*/ 472786 w 3678382"/>
                <a:gd name="csY3" fmla="*/ 1698915 h 1979308"/>
                <a:gd name="csX4" fmla="*/ 722168 w 3678382"/>
                <a:gd name="csY4" fmla="*/ 1828802 h 1979308"/>
                <a:gd name="csX5" fmla="*/ 779318 w 3678382"/>
                <a:gd name="csY5" fmla="*/ 649434 h 1979308"/>
                <a:gd name="csX6" fmla="*/ 852054 w 3678382"/>
                <a:gd name="csY6" fmla="*/ 1750870 h 1979308"/>
                <a:gd name="csX7" fmla="*/ 1620982 w 3678382"/>
                <a:gd name="csY7" fmla="*/ 1719698 h 1979308"/>
                <a:gd name="csX8" fmla="*/ 1771650 w 3678382"/>
                <a:gd name="csY8" fmla="*/ 31174 h 1979308"/>
                <a:gd name="csX9" fmla="*/ 1828800 w 3678382"/>
                <a:gd name="csY9" fmla="*/ 1771652 h 1979308"/>
                <a:gd name="csX10" fmla="*/ 2753590 w 3678382"/>
                <a:gd name="csY10" fmla="*/ 1828802 h 1979308"/>
                <a:gd name="csX11" fmla="*/ 2852304 w 3678382"/>
                <a:gd name="csY11" fmla="*/ 2 h 1979308"/>
                <a:gd name="csX12" fmla="*/ 3070514 w 3678382"/>
                <a:gd name="csY12" fmla="*/ 1839193 h 1979308"/>
                <a:gd name="csX13" fmla="*/ 3678382 w 3678382"/>
                <a:gd name="csY13" fmla="*/ 1865170 h 1979308"/>
                <a:gd name="csX0" fmla="*/ 0 w 3678382"/>
                <a:gd name="csY0" fmla="*/ 1943102 h 1979308"/>
                <a:gd name="csX1" fmla="*/ 311727 w 3678382"/>
                <a:gd name="csY1" fmla="*/ 1776847 h 1979308"/>
                <a:gd name="csX2" fmla="*/ 368877 w 3678382"/>
                <a:gd name="csY2" fmla="*/ 114302 h 1979308"/>
                <a:gd name="csX3" fmla="*/ 472786 w 3678382"/>
                <a:gd name="csY3" fmla="*/ 1698915 h 1979308"/>
                <a:gd name="csX4" fmla="*/ 722168 w 3678382"/>
                <a:gd name="csY4" fmla="*/ 1828802 h 1979308"/>
                <a:gd name="csX5" fmla="*/ 779318 w 3678382"/>
                <a:gd name="csY5" fmla="*/ 649434 h 1979308"/>
                <a:gd name="csX6" fmla="*/ 852054 w 3678382"/>
                <a:gd name="csY6" fmla="*/ 1750870 h 1979308"/>
                <a:gd name="csX7" fmla="*/ 1620982 w 3678382"/>
                <a:gd name="csY7" fmla="*/ 1719698 h 1979308"/>
                <a:gd name="csX8" fmla="*/ 1771650 w 3678382"/>
                <a:gd name="csY8" fmla="*/ 31174 h 1979308"/>
                <a:gd name="csX9" fmla="*/ 1963882 w 3678382"/>
                <a:gd name="csY9" fmla="*/ 1724893 h 1979308"/>
                <a:gd name="csX10" fmla="*/ 2753590 w 3678382"/>
                <a:gd name="csY10" fmla="*/ 1828802 h 1979308"/>
                <a:gd name="csX11" fmla="*/ 2852304 w 3678382"/>
                <a:gd name="csY11" fmla="*/ 2 h 1979308"/>
                <a:gd name="csX12" fmla="*/ 3070514 w 3678382"/>
                <a:gd name="csY12" fmla="*/ 1839193 h 1979308"/>
                <a:gd name="csX13" fmla="*/ 3678382 w 3678382"/>
                <a:gd name="csY13" fmla="*/ 1865170 h 1979308"/>
                <a:gd name="csX0" fmla="*/ 0 w 3678382"/>
                <a:gd name="csY0" fmla="*/ 1943137 h 1979343"/>
                <a:gd name="csX1" fmla="*/ 311727 w 3678382"/>
                <a:gd name="csY1" fmla="*/ 1776882 h 1979343"/>
                <a:gd name="csX2" fmla="*/ 368877 w 3678382"/>
                <a:gd name="csY2" fmla="*/ 114337 h 1979343"/>
                <a:gd name="csX3" fmla="*/ 472786 w 3678382"/>
                <a:gd name="csY3" fmla="*/ 1698950 h 1979343"/>
                <a:gd name="csX4" fmla="*/ 722168 w 3678382"/>
                <a:gd name="csY4" fmla="*/ 1828837 h 1979343"/>
                <a:gd name="csX5" fmla="*/ 779318 w 3678382"/>
                <a:gd name="csY5" fmla="*/ 649469 h 1979343"/>
                <a:gd name="csX6" fmla="*/ 852054 w 3678382"/>
                <a:gd name="csY6" fmla="*/ 1750905 h 1979343"/>
                <a:gd name="csX7" fmla="*/ 1620982 w 3678382"/>
                <a:gd name="csY7" fmla="*/ 1719733 h 1979343"/>
                <a:gd name="csX8" fmla="*/ 1771650 w 3678382"/>
                <a:gd name="csY8" fmla="*/ 31209 h 1979343"/>
                <a:gd name="csX9" fmla="*/ 1963882 w 3678382"/>
                <a:gd name="csY9" fmla="*/ 1724928 h 1979343"/>
                <a:gd name="csX10" fmla="*/ 2732809 w 3678382"/>
                <a:gd name="csY10" fmla="*/ 1787273 h 1979343"/>
                <a:gd name="csX11" fmla="*/ 2852304 w 3678382"/>
                <a:gd name="csY11" fmla="*/ 37 h 1979343"/>
                <a:gd name="csX12" fmla="*/ 3070514 w 3678382"/>
                <a:gd name="csY12" fmla="*/ 1839228 h 1979343"/>
                <a:gd name="csX13" fmla="*/ 3678382 w 3678382"/>
                <a:gd name="csY13" fmla="*/ 1865205 h 1979343"/>
                <a:gd name="csX0" fmla="*/ 0 w 3678382"/>
                <a:gd name="csY0" fmla="*/ 1943137 h 1979343"/>
                <a:gd name="csX1" fmla="*/ 311727 w 3678382"/>
                <a:gd name="csY1" fmla="*/ 1776882 h 1979343"/>
                <a:gd name="csX2" fmla="*/ 368877 w 3678382"/>
                <a:gd name="csY2" fmla="*/ 114337 h 1979343"/>
                <a:gd name="csX3" fmla="*/ 472786 w 3678382"/>
                <a:gd name="csY3" fmla="*/ 1698950 h 1979343"/>
                <a:gd name="csX4" fmla="*/ 722168 w 3678382"/>
                <a:gd name="csY4" fmla="*/ 1828837 h 1979343"/>
                <a:gd name="csX5" fmla="*/ 779318 w 3678382"/>
                <a:gd name="csY5" fmla="*/ 649469 h 1979343"/>
                <a:gd name="csX6" fmla="*/ 852054 w 3678382"/>
                <a:gd name="csY6" fmla="*/ 1750905 h 1979343"/>
                <a:gd name="csX7" fmla="*/ 1620982 w 3678382"/>
                <a:gd name="csY7" fmla="*/ 1719733 h 1979343"/>
                <a:gd name="csX8" fmla="*/ 1771650 w 3678382"/>
                <a:gd name="csY8" fmla="*/ 31209 h 1979343"/>
                <a:gd name="csX9" fmla="*/ 1963882 w 3678382"/>
                <a:gd name="csY9" fmla="*/ 1724928 h 1979343"/>
                <a:gd name="csX10" fmla="*/ 2732809 w 3678382"/>
                <a:gd name="csY10" fmla="*/ 1787273 h 1979343"/>
                <a:gd name="csX11" fmla="*/ 2852304 w 3678382"/>
                <a:gd name="csY11" fmla="*/ 37 h 1979343"/>
                <a:gd name="csX12" fmla="*/ 3070514 w 3678382"/>
                <a:gd name="csY12" fmla="*/ 1839228 h 1979343"/>
                <a:gd name="csX13" fmla="*/ 3678382 w 3678382"/>
                <a:gd name="csY13" fmla="*/ 1865205 h 1979343"/>
                <a:gd name="csX0" fmla="*/ 0 w 3678382"/>
                <a:gd name="csY0" fmla="*/ 1943136 h 1979342"/>
                <a:gd name="csX1" fmla="*/ 311727 w 3678382"/>
                <a:gd name="csY1" fmla="*/ 1776881 h 1979342"/>
                <a:gd name="csX2" fmla="*/ 368877 w 3678382"/>
                <a:gd name="csY2" fmla="*/ 114336 h 1979342"/>
                <a:gd name="csX3" fmla="*/ 472786 w 3678382"/>
                <a:gd name="csY3" fmla="*/ 1698949 h 1979342"/>
                <a:gd name="csX4" fmla="*/ 722168 w 3678382"/>
                <a:gd name="csY4" fmla="*/ 1828836 h 1979342"/>
                <a:gd name="csX5" fmla="*/ 779318 w 3678382"/>
                <a:gd name="csY5" fmla="*/ 649468 h 1979342"/>
                <a:gd name="csX6" fmla="*/ 852054 w 3678382"/>
                <a:gd name="csY6" fmla="*/ 1750904 h 1979342"/>
                <a:gd name="csX7" fmla="*/ 1620982 w 3678382"/>
                <a:gd name="csY7" fmla="*/ 1719732 h 1979342"/>
                <a:gd name="csX8" fmla="*/ 1771650 w 3678382"/>
                <a:gd name="csY8" fmla="*/ 31208 h 1979342"/>
                <a:gd name="csX9" fmla="*/ 1963882 w 3678382"/>
                <a:gd name="csY9" fmla="*/ 1724927 h 1979342"/>
                <a:gd name="csX10" fmla="*/ 2732809 w 3678382"/>
                <a:gd name="csY10" fmla="*/ 1787272 h 1979342"/>
                <a:gd name="csX11" fmla="*/ 2852304 w 3678382"/>
                <a:gd name="csY11" fmla="*/ 36 h 1979342"/>
                <a:gd name="csX12" fmla="*/ 3070514 w 3678382"/>
                <a:gd name="csY12" fmla="*/ 1839227 h 1979342"/>
                <a:gd name="csX13" fmla="*/ 3678382 w 3678382"/>
                <a:gd name="csY13" fmla="*/ 1865204 h 1979342"/>
                <a:gd name="csX0" fmla="*/ 0 w 3678382"/>
                <a:gd name="csY0" fmla="*/ 1943133 h 1979339"/>
                <a:gd name="csX1" fmla="*/ 311727 w 3678382"/>
                <a:gd name="csY1" fmla="*/ 1776878 h 1979339"/>
                <a:gd name="csX2" fmla="*/ 368877 w 3678382"/>
                <a:gd name="csY2" fmla="*/ 114333 h 1979339"/>
                <a:gd name="csX3" fmla="*/ 472786 w 3678382"/>
                <a:gd name="csY3" fmla="*/ 1698946 h 1979339"/>
                <a:gd name="csX4" fmla="*/ 722168 w 3678382"/>
                <a:gd name="csY4" fmla="*/ 1828833 h 1979339"/>
                <a:gd name="csX5" fmla="*/ 779318 w 3678382"/>
                <a:gd name="csY5" fmla="*/ 649465 h 1979339"/>
                <a:gd name="csX6" fmla="*/ 852054 w 3678382"/>
                <a:gd name="csY6" fmla="*/ 1750901 h 1979339"/>
                <a:gd name="csX7" fmla="*/ 1620982 w 3678382"/>
                <a:gd name="csY7" fmla="*/ 1719729 h 1979339"/>
                <a:gd name="csX8" fmla="*/ 1771650 w 3678382"/>
                <a:gd name="csY8" fmla="*/ 31205 h 1979339"/>
                <a:gd name="csX9" fmla="*/ 1963882 w 3678382"/>
                <a:gd name="csY9" fmla="*/ 1724924 h 1979339"/>
                <a:gd name="csX10" fmla="*/ 2732809 w 3678382"/>
                <a:gd name="csY10" fmla="*/ 1787269 h 1979339"/>
                <a:gd name="csX11" fmla="*/ 2852304 w 3678382"/>
                <a:gd name="csY11" fmla="*/ 33 h 1979339"/>
                <a:gd name="csX12" fmla="*/ 3070514 w 3678382"/>
                <a:gd name="csY12" fmla="*/ 1839224 h 1979339"/>
                <a:gd name="csX13" fmla="*/ 3678382 w 3678382"/>
                <a:gd name="csY13" fmla="*/ 1865201 h 1979339"/>
                <a:gd name="csX0" fmla="*/ 0 w 3678382"/>
                <a:gd name="csY0" fmla="*/ 1943133 h 1979339"/>
                <a:gd name="csX1" fmla="*/ 311727 w 3678382"/>
                <a:gd name="csY1" fmla="*/ 1776878 h 1979339"/>
                <a:gd name="csX2" fmla="*/ 368877 w 3678382"/>
                <a:gd name="csY2" fmla="*/ 114333 h 1979339"/>
                <a:gd name="csX3" fmla="*/ 472786 w 3678382"/>
                <a:gd name="csY3" fmla="*/ 1698946 h 1979339"/>
                <a:gd name="csX4" fmla="*/ 722168 w 3678382"/>
                <a:gd name="csY4" fmla="*/ 1828833 h 1979339"/>
                <a:gd name="csX5" fmla="*/ 779318 w 3678382"/>
                <a:gd name="csY5" fmla="*/ 649465 h 1979339"/>
                <a:gd name="csX6" fmla="*/ 852054 w 3678382"/>
                <a:gd name="csY6" fmla="*/ 1750901 h 1979339"/>
                <a:gd name="csX7" fmla="*/ 1620982 w 3678382"/>
                <a:gd name="csY7" fmla="*/ 1719729 h 1979339"/>
                <a:gd name="csX8" fmla="*/ 1771650 w 3678382"/>
                <a:gd name="csY8" fmla="*/ 31205 h 1979339"/>
                <a:gd name="csX9" fmla="*/ 1963882 w 3678382"/>
                <a:gd name="csY9" fmla="*/ 1724924 h 1979339"/>
                <a:gd name="csX10" fmla="*/ 2732809 w 3678382"/>
                <a:gd name="csY10" fmla="*/ 1787269 h 1979339"/>
                <a:gd name="csX11" fmla="*/ 2852304 w 3678382"/>
                <a:gd name="csY11" fmla="*/ 33 h 1979339"/>
                <a:gd name="csX12" fmla="*/ 3070514 w 3678382"/>
                <a:gd name="csY12" fmla="*/ 1839224 h 1979339"/>
                <a:gd name="csX13" fmla="*/ 3678382 w 3678382"/>
                <a:gd name="csY13" fmla="*/ 1865201 h 1979339"/>
                <a:gd name="csX0" fmla="*/ 0 w 3678382"/>
                <a:gd name="csY0" fmla="*/ 1943133 h 1979339"/>
                <a:gd name="csX1" fmla="*/ 311727 w 3678382"/>
                <a:gd name="csY1" fmla="*/ 1776878 h 1979339"/>
                <a:gd name="csX2" fmla="*/ 368877 w 3678382"/>
                <a:gd name="csY2" fmla="*/ 114333 h 1979339"/>
                <a:gd name="csX3" fmla="*/ 472786 w 3678382"/>
                <a:gd name="csY3" fmla="*/ 1698946 h 1979339"/>
                <a:gd name="csX4" fmla="*/ 722168 w 3678382"/>
                <a:gd name="csY4" fmla="*/ 1828833 h 1979339"/>
                <a:gd name="csX5" fmla="*/ 779318 w 3678382"/>
                <a:gd name="csY5" fmla="*/ 649465 h 1979339"/>
                <a:gd name="csX6" fmla="*/ 852054 w 3678382"/>
                <a:gd name="csY6" fmla="*/ 1750901 h 1979339"/>
                <a:gd name="csX7" fmla="*/ 1620982 w 3678382"/>
                <a:gd name="csY7" fmla="*/ 1719729 h 1979339"/>
                <a:gd name="csX8" fmla="*/ 1771650 w 3678382"/>
                <a:gd name="csY8" fmla="*/ 31205 h 1979339"/>
                <a:gd name="csX9" fmla="*/ 1963882 w 3678382"/>
                <a:gd name="csY9" fmla="*/ 1724924 h 1979339"/>
                <a:gd name="csX10" fmla="*/ 2732809 w 3678382"/>
                <a:gd name="csY10" fmla="*/ 1787269 h 1979339"/>
                <a:gd name="csX11" fmla="*/ 2852304 w 3678382"/>
                <a:gd name="csY11" fmla="*/ 33 h 1979339"/>
                <a:gd name="csX12" fmla="*/ 3070514 w 3678382"/>
                <a:gd name="csY12" fmla="*/ 1839224 h 1979339"/>
                <a:gd name="csX13" fmla="*/ 3678382 w 3678382"/>
                <a:gd name="csY13" fmla="*/ 1865201 h 1979339"/>
                <a:gd name="csX0" fmla="*/ 0 w 3678382"/>
                <a:gd name="csY0" fmla="*/ 1943133 h 1979339"/>
                <a:gd name="csX1" fmla="*/ 311727 w 3678382"/>
                <a:gd name="csY1" fmla="*/ 1776878 h 1979339"/>
                <a:gd name="csX2" fmla="*/ 368877 w 3678382"/>
                <a:gd name="csY2" fmla="*/ 114333 h 1979339"/>
                <a:gd name="csX3" fmla="*/ 472786 w 3678382"/>
                <a:gd name="csY3" fmla="*/ 1698946 h 1979339"/>
                <a:gd name="csX4" fmla="*/ 722168 w 3678382"/>
                <a:gd name="csY4" fmla="*/ 1828833 h 1979339"/>
                <a:gd name="csX5" fmla="*/ 779318 w 3678382"/>
                <a:gd name="csY5" fmla="*/ 649465 h 1979339"/>
                <a:gd name="csX6" fmla="*/ 852054 w 3678382"/>
                <a:gd name="csY6" fmla="*/ 1750901 h 1979339"/>
                <a:gd name="csX7" fmla="*/ 1620982 w 3678382"/>
                <a:gd name="csY7" fmla="*/ 1719729 h 1979339"/>
                <a:gd name="csX8" fmla="*/ 1771650 w 3678382"/>
                <a:gd name="csY8" fmla="*/ 31205 h 1979339"/>
                <a:gd name="csX9" fmla="*/ 1963882 w 3678382"/>
                <a:gd name="csY9" fmla="*/ 1724924 h 1979339"/>
                <a:gd name="csX10" fmla="*/ 2732809 w 3678382"/>
                <a:gd name="csY10" fmla="*/ 1787269 h 1979339"/>
                <a:gd name="csX11" fmla="*/ 2852304 w 3678382"/>
                <a:gd name="csY11" fmla="*/ 33 h 1979339"/>
                <a:gd name="csX12" fmla="*/ 3070514 w 3678382"/>
                <a:gd name="csY12" fmla="*/ 1839224 h 1979339"/>
                <a:gd name="csX13" fmla="*/ 3678382 w 3678382"/>
                <a:gd name="csY13" fmla="*/ 1865201 h 1979339"/>
                <a:gd name="csX0" fmla="*/ 0 w 3678382"/>
                <a:gd name="csY0" fmla="*/ 1943133 h 1979339"/>
                <a:gd name="csX1" fmla="*/ 311727 w 3678382"/>
                <a:gd name="csY1" fmla="*/ 1776878 h 1979339"/>
                <a:gd name="csX2" fmla="*/ 368877 w 3678382"/>
                <a:gd name="csY2" fmla="*/ 114333 h 1979339"/>
                <a:gd name="csX3" fmla="*/ 472786 w 3678382"/>
                <a:gd name="csY3" fmla="*/ 1698946 h 1979339"/>
                <a:gd name="csX4" fmla="*/ 722168 w 3678382"/>
                <a:gd name="csY4" fmla="*/ 1828833 h 1979339"/>
                <a:gd name="csX5" fmla="*/ 779318 w 3678382"/>
                <a:gd name="csY5" fmla="*/ 649465 h 1979339"/>
                <a:gd name="csX6" fmla="*/ 852054 w 3678382"/>
                <a:gd name="csY6" fmla="*/ 1750901 h 1979339"/>
                <a:gd name="csX7" fmla="*/ 1620982 w 3678382"/>
                <a:gd name="csY7" fmla="*/ 1719729 h 1979339"/>
                <a:gd name="csX8" fmla="*/ 1771650 w 3678382"/>
                <a:gd name="csY8" fmla="*/ 31205 h 1979339"/>
                <a:gd name="csX9" fmla="*/ 1963882 w 3678382"/>
                <a:gd name="csY9" fmla="*/ 1724924 h 1979339"/>
                <a:gd name="csX10" fmla="*/ 2732809 w 3678382"/>
                <a:gd name="csY10" fmla="*/ 1787269 h 1979339"/>
                <a:gd name="csX11" fmla="*/ 2852304 w 3678382"/>
                <a:gd name="csY11" fmla="*/ 33 h 1979339"/>
                <a:gd name="csX12" fmla="*/ 3070514 w 3678382"/>
                <a:gd name="csY12" fmla="*/ 1839224 h 1979339"/>
                <a:gd name="csX13" fmla="*/ 3678382 w 3678382"/>
                <a:gd name="csY13" fmla="*/ 1865201 h 1979339"/>
                <a:gd name="csX0" fmla="*/ 0 w 3678382"/>
                <a:gd name="csY0" fmla="*/ 1943121 h 1979327"/>
                <a:gd name="csX1" fmla="*/ 311727 w 3678382"/>
                <a:gd name="csY1" fmla="*/ 1776866 h 1979327"/>
                <a:gd name="csX2" fmla="*/ 368877 w 3678382"/>
                <a:gd name="csY2" fmla="*/ 114321 h 1979327"/>
                <a:gd name="csX3" fmla="*/ 472786 w 3678382"/>
                <a:gd name="csY3" fmla="*/ 1698934 h 1979327"/>
                <a:gd name="csX4" fmla="*/ 722168 w 3678382"/>
                <a:gd name="csY4" fmla="*/ 1828821 h 1979327"/>
                <a:gd name="csX5" fmla="*/ 779318 w 3678382"/>
                <a:gd name="csY5" fmla="*/ 649453 h 1979327"/>
                <a:gd name="csX6" fmla="*/ 852054 w 3678382"/>
                <a:gd name="csY6" fmla="*/ 1750889 h 1979327"/>
                <a:gd name="csX7" fmla="*/ 1620982 w 3678382"/>
                <a:gd name="csY7" fmla="*/ 1719717 h 1979327"/>
                <a:gd name="csX8" fmla="*/ 1771650 w 3678382"/>
                <a:gd name="csY8" fmla="*/ 31193 h 1979327"/>
                <a:gd name="csX9" fmla="*/ 1963882 w 3678382"/>
                <a:gd name="csY9" fmla="*/ 1724912 h 1979327"/>
                <a:gd name="csX10" fmla="*/ 2732809 w 3678382"/>
                <a:gd name="csY10" fmla="*/ 1787257 h 1979327"/>
                <a:gd name="csX11" fmla="*/ 2852304 w 3678382"/>
                <a:gd name="csY11" fmla="*/ 21 h 1979327"/>
                <a:gd name="csX12" fmla="*/ 3070514 w 3678382"/>
                <a:gd name="csY12" fmla="*/ 1839212 h 1979327"/>
                <a:gd name="csX13" fmla="*/ 3678382 w 3678382"/>
                <a:gd name="csY13" fmla="*/ 1865189 h 1979327"/>
                <a:gd name="csX0" fmla="*/ 0 w 3678382"/>
                <a:gd name="csY0" fmla="*/ 1943121 h 1979327"/>
                <a:gd name="csX1" fmla="*/ 311727 w 3678382"/>
                <a:gd name="csY1" fmla="*/ 1776866 h 1979327"/>
                <a:gd name="csX2" fmla="*/ 368877 w 3678382"/>
                <a:gd name="csY2" fmla="*/ 114321 h 1979327"/>
                <a:gd name="csX3" fmla="*/ 472786 w 3678382"/>
                <a:gd name="csY3" fmla="*/ 1698934 h 1979327"/>
                <a:gd name="csX4" fmla="*/ 722168 w 3678382"/>
                <a:gd name="csY4" fmla="*/ 1828821 h 1979327"/>
                <a:gd name="csX5" fmla="*/ 779318 w 3678382"/>
                <a:gd name="csY5" fmla="*/ 649453 h 1979327"/>
                <a:gd name="csX6" fmla="*/ 888422 w 3678382"/>
                <a:gd name="csY6" fmla="*/ 1745693 h 1979327"/>
                <a:gd name="csX7" fmla="*/ 1620982 w 3678382"/>
                <a:gd name="csY7" fmla="*/ 1719717 h 1979327"/>
                <a:gd name="csX8" fmla="*/ 1771650 w 3678382"/>
                <a:gd name="csY8" fmla="*/ 31193 h 1979327"/>
                <a:gd name="csX9" fmla="*/ 1963882 w 3678382"/>
                <a:gd name="csY9" fmla="*/ 1724912 h 1979327"/>
                <a:gd name="csX10" fmla="*/ 2732809 w 3678382"/>
                <a:gd name="csY10" fmla="*/ 1787257 h 1979327"/>
                <a:gd name="csX11" fmla="*/ 2852304 w 3678382"/>
                <a:gd name="csY11" fmla="*/ 21 h 1979327"/>
                <a:gd name="csX12" fmla="*/ 3070514 w 3678382"/>
                <a:gd name="csY12" fmla="*/ 1839212 h 1979327"/>
                <a:gd name="csX13" fmla="*/ 3678382 w 3678382"/>
                <a:gd name="csY13" fmla="*/ 1865189 h 1979327"/>
                <a:gd name="csX0" fmla="*/ 0 w 3678382"/>
                <a:gd name="csY0" fmla="*/ 1943121 h 1979327"/>
                <a:gd name="csX1" fmla="*/ 311727 w 3678382"/>
                <a:gd name="csY1" fmla="*/ 1776866 h 1979327"/>
                <a:gd name="csX2" fmla="*/ 368877 w 3678382"/>
                <a:gd name="csY2" fmla="*/ 114321 h 1979327"/>
                <a:gd name="csX3" fmla="*/ 472786 w 3678382"/>
                <a:gd name="csY3" fmla="*/ 1698934 h 1979327"/>
                <a:gd name="csX4" fmla="*/ 722168 w 3678382"/>
                <a:gd name="csY4" fmla="*/ 1828821 h 1979327"/>
                <a:gd name="csX5" fmla="*/ 779318 w 3678382"/>
                <a:gd name="csY5" fmla="*/ 649453 h 1979327"/>
                <a:gd name="csX6" fmla="*/ 888422 w 3678382"/>
                <a:gd name="csY6" fmla="*/ 1745693 h 1979327"/>
                <a:gd name="csX7" fmla="*/ 1620982 w 3678382"/>
                <a:gd name="csY7" fmla="*/ 1719717 h 1979327"/>
                <a:gd name="csX8" fmla="*/ 1771650 w 3678382"/>
                <a:gd name="csY8" fmla="*/ 31193 h 1979327"/>
                <a:gd name="csX9" fmla="*/ 1963882 w 3678382"/>
                <a:gd name="csY9" fmla="*/ 1724912 h 1979327"/>
                <a:gd name="csX10" fmla="*/ 2732809 w 3678382"/>
                <a:gd name="csY10" fmla="*/ 1787257 h 1979327"/>
                <a:gd name="csX11" fmla="*/ 2852304 w 3678382"/>
                <a:gd name="csY11" fmla="*/ 21 h 1979327"/>
                <a:gd name="csX12" fmla="*/ 3070514 w 3678382"/>
                <a:gd name="csY12" fmla="*/ 1839212 h 1979327"/>
                <a:gd name="csX13" fmla="*/ 3678382 w 3678382"/>
                <a:gd name="csY13" fmla="*/ 1865189 h 1979327"/>
                <a:gd name="csX0" fmla="*/ 0 w 3678382"/>
                <a:gd name="csY0" fmla="*/ 1943121 h 1979327"/>
                <a:gd name="csX1" fmla="*/ 311727 w 3678382"/>
                <a:gd name="csY1" fmla="*/ 1776866 h 1979327"/>
                <a:gd name="csX2" fmla="*/ 368877 w 3678382"/>
                <a:gd name="csY2" fmla="*/ 114321 h 1979327"/>
                <a:gd name="csX3" fmla="*/ 472786 w 3678382"/>
                <a:gd name="csY3" fmla="*/ 1698934 h 1979327"/>
                <a:gd name="csX4" fmla="*/ 722168 w 3678382"/>
                <a:gd name="csY4" fmla="*/ 1828821 h 1979327"/>
                <a:gd name="csX5" fmla="*/ 779318 w 3678382"/>
                <a:gd name="csY5" fmla="*/ 649453 h 1979327"/>
                <a:gd name="csX6" fmla="*/ 888422 w 3678382"/>
                <a:gd name="csY6" fmla="*/ 1745693 h 1979327"/>
                <a:gd name="csX7" fmla="*/ 1620982 w 3678382"/>
                <a:gd name="csY7" fmla="*/ 1719717 h 1979327"/>
                <a:gd name="csX8" fmla="*/ 1771650 w 3678382"/>
                <a:gd name="csY8" fmla="*/ 31193 h 1979327"/>
                <a:gd name="csX9" fmla="*/ 1963882 w 3678382"/>
                <a:gd name="csY9" fmla="*/ 1724912 h 1979327"/>
                <a:gd name="csX10" fmla="*/ 2732809 w 3678382"/>
                <a:gd name="csY10" fmla="*/ 1787257 h 1979327"/>
                <a:gd name="csX11" fmla="*/ 2852304 w 3678382"/>
                <a:gd name="csY11" fmla="*/ 21 h 1979327"/>
                <a:gd name="csX12" fmla="*/ 3070514 w 3678382"/>
                <a:gd name="csY12" fmla="*/ 1839212 h 1979327"/>
                <a:gd name="csX13" fmla="*/ 3678382 w 3678382"/>
                <a:gd name="csY13" fmla="*/ 1865189 h 1979327"/>
                <a:gd name="csX0" fmla="*/ 0 w 3678382"/>
                <a:gd name="csY0" fmla="*/ 1943121 h 1979327"/>
                <a:gd name="csX1" fmla="*/ 311727 w 3678382"/>
                <a:gd name="csY1" fmla="*/ 1776866 h 1979327"/>
                <a:gd name="csX2" fmla="*/ 368877 w 3678382"/>
                <a:gd name="csY2" fmla="*/ 114321 h 1979327"/>
                <a:gd name="csX3" fmla="*/ 472786 w 3678382"/>
                <a:gd name="csY3" fmla="*/ 1698934 h 1979327"/>
                <a:gd name="csX4" fmla="*/ 722168 w 3678382"/>
                <a:gd name="csY4" fmla="*/ 1828821 h 1979327"/>
                <a:gd name="csX5" fmla="*/ 779318 w 3678382"/>
                <a:gd name="csY5" fmla="*/ 649453 h 1979327"/>
                <a:gd name="csX6" fmla="*/ 888422 w 3678382"/>
                <a:gd name="csY6" fmla="*/ 1745693 h 1979327"/>
                <a:gd name="csX7" fmla="*/ 1620982 w 3678382"/>
                <a:gd name="csY7" fmla="*/ 1719717 h 1979327"/>
                <a:gd name="csX8" fmla="*/ 1771650 w 3678382"/>
                <a:gd name="csY8" fmla="*/ 31193 h 1979327"/>
                <a:gd name="csX9" fmla="*/ 1963882 w 3678382"/>
                <a:gd name="csY9" fmla="*/ 1724912 h 1979327"/>
                <a:gd name="csX10" fmla="*/ 2732809 w 3678382"/>
                <a:gd name="csY10" fmla="*/ 1787257 h 1979327"/>
                <a:gd name="csX11" fmla="*/ 2852304 w 3678382"/>
                <a:gd name="csY11" fmla="*/ 21 h 1979327"/>
                <a:gd name="csX12" fmla="*/ 3070514 w 3678382"/>
                <a:gd name="csY12" fmla="*/ 1839212 h 1979327"/>
                <a:gd name="csX13" fmla="*/ 3678382 w 3678382"/>
                <a:gd name="csY13" fmla="*/ 1865189 h 1979327"/>
                <a:gd name="csX0" fmla="*/ 0 w 3678382"/>
                <a:gd name="csY0" fmla="*/ 1943121 h 1979327"/>
                <a:gd name="csX1" fmla="*/ 311727 w 3678382"/>
                <a:gd name="csY1" fmla="*/ 1776866 h 1979327"/>
                <a:gd name="csX2" fmla="*/ 368877 w 3678382"/>
                <a:gd name="csY2" fmla="*/ 114321 h 1979327"/>
                <a:gd name="csX3" fmla="*/ 472786 w 3678382"/>
                <a:gd name="csY3" fmla="*/ 1698934 h 1979327"/>
                <a:gd name="csX4" fmla="*/ 722168 w 3678382"/>
                <a:gd name="csY4" fmla="*/ 1828821 h 1979327"/>
                <a:gd name="csX5" fmla="*/ 779318 w 3678382"/>
                <a:gd name="csY5" fmla="*/ 649453 h 1979327"/>
                <a:gd name="csX6" fmla="*/ 888422 w 3678382"/>
                <a:gd name="csY6" fmla="*/ 1745693 h 1979327"/>
                <a:gd name="csX7" fmla="*/ 1620982 w 3678382"/>
                <a:gd name="csY7" fmla="*/ 1719717 h 1979327"/>
                <a:gd name="csX8" fmla="*/ 1771650 w 3678382"/>
                <a:gd name="csY8" fmla="*/ 31193 h 1979327"/>
                <a:gd name="csX9" fmla="*/ 1963882 w 3678382"/>
                <a:gd name="csY9" fmla="*/ 1724912 h 1979327"/>
                <a:gd name="csX10" fmla="*/ 2732809 w 3678382"/>
                <a:gd name="csY10" fmla="*/ 1787257 h 1979327"/>
                <a:gd name="csX11" fmla="*/ 2852304 w 3678382"/>
                <a:gd name="csY11" fmla="*/ 21 h 1979327"/>
                <a:gd name="csX12" fmla="*/ 3070514 w 3678382"/>
                <a:gd name="csY12" fmla="*/ 1839212 h 1979327"/>
                <a:gd name="csX13" fmla="*/ 3678382 w 3678382"/>
                <a:gd name="csY13" fmla="*/ 1865189 h 1979327"/>
                <a:gd name="csX0" fmla="*/ 0 w 3678382"/>
                <a:gd name="csY0" fmla="*/ 1943121 h 1979327"/>
                <a:gd name="csX1" fmla="*/ 311727 w 3678382"/>
                <a:gd name="csY1" fmla="*/ 1776866 h 1979327"/>
                <a:gd name="csX2" fmla="*/ 368877 w 3678382"/>
                <a:gd name="csY2" fmla="*/ 114321 h 1979327"/>
                <a:gd name="csX3" fmla="*/ 472786 w 3678382"/>
                <a:gd name="csY3" fmla="*/ 1698934 h 1979327"/>
                <a:gd name="csX4" fmla="*/ 722168 w 3678382"/>
                <a:gd name="csY4" fmla="*/ 1828821 h 1979327"/>
                <a:gd name="csX5" fmla="*/ 779318 w 3678382"/>
                <a:gd name="csY5" fmla="*/ 649453 h 1979327"/>
                <a:gd name="csX6" fmla="*/ 888422 w 3678382"/>
                <a:gd name="csY6" fmla="*/ 1745693 h 1979327"/>
                <a:gd name="csX7" fmla="*/ 1620982 w 3678382"/>
                <a:gd name="csY7" fmla="*/ 1719717 h 1979327"/>
                <a:gd name="csX8" fmla="*/ 1771650 w 3678382"/>
                <a:gd name="csY8" fmla="*/ 31193 h 1979327"/>
                <a:gd name="csX9" fmla="*/ 1963882 w 3678382"/>
                <a:gd name="csY9" fmla="*/ 1724912 h 1979327"/>
                <a:gd name="csX10" fmla="*/ 2732809 w 3678382"/>
                <a:gd name="csY10" fmla="*/ 1787257 h 1979327"/>
                <a:gd name="csX11" fmla="*/ 2852304 w 3678382"/>
                <a:gd name="csY11" fmla="*/ 21 h 1979327"/>
                <a:gd name="csX12" fmla="*/ 3070514 w 3678382"/>
                <a:gd name="csY12" fmla="*/ 1839212 h 1979327"/>
                <a:gd name="csX13" fmla="*/ 3678382 w 3678382"/>
                <a:gd name="csY13" fmla="*/ 1865189 h 1979327"/>
                <a:gd name="csX0" fmla="*/ 0 w 3678382"/>
                <a:gd name="csY0" fmla="*/ 1943121 h 1959302"/>
                <a:gd name="csX1" fmla="*/ 311727 w 3678382"/>
                <a:gd name="csY1" fmla="*/ 1776866 h 1959302"/>
                <a:gd name="csX2" fmla="*/ 368877 w 3678382"/>
                <a:gd name="csY2" fmla="*/ 114321 h 1959302"/>
                <a:gd name="csX3" fmla="*/ 472786 w 3678382"/>
                <a:gd name="csY3" fmla="*/ 1698934 h 1959302"/>
                <a:gd name="csX4" fmla="*/ 722168 w 3678382"/>
                <a:gd name="csY4" fmla="*/ 1828821 h 1959302"/>
                <a:gd name="csX5" fmla="*/ 779318 w 3678382"/>
                <a:gd name="csY5" fmla="*/ 649453 h 1959302"/>
                <a:gd name="csX6" fmla="*/ 888422 w 3678382"/>
                <a:gd name="csY6" fmla="*/ 1745693 h 1959302"/>
                <a:gd name="csX7" fmla="*/ 1620982 w 3678382"/>
                <a:gd name="csY7" fmla="*/ 1719717 h 1959302"/>
                <a:gd name="csX8" fmla="*/ 1771650 w 3678382"/>
                <a:gd name="csY8" fmla="*/ 31193 h 1959302"/>
                <a:gd name="csX9" fmla="*/ 1963882 w 3678382"/>
                <a:gd name="csY9" fmla="*/ 1724912 h 1959302"/>
                <a:gd name="csX10" fmla="*/ 2732809 w 3678382"/>
                <a:gd name="csY10" fmla="*/ 1787257 h 1959302"/>
                <a:gd name="csX11" fmla="*/ 2852304 w 3678382"/>
                <a:gd name="csY11" fmla="*/ 21 h 1959302"/>
                <a:gd name="csX12" fmla="*/ 3070514 w 3678382"/>
                <a:gd name="csY12" fmla="*/ 1839212 h 1959302"/>
                <a:gd name="csX13" fmla="*/ 3678382 w 3678382"/>
                <a:gd name="csY13" fmla="*/ 1865189 h 19593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678382" h="1959302">
                  <a:moveTo>
                    <a:pt x="0" y="1943121"/>
                  </a:moveTo>
                  <a:cubicBezTo>
                    <a:pt x="171883" y="1955243"/>
                    <a:pt x="297006" y="1951779"/>
                    <a:pt x="311727" y="1776866"/>
                  </a:cubicBezTo>
                  <a:cubicBezTo>
                    <a:pt x="337804" y="1467023"/>
                    <a:pt x="238125" y="85746"/>
                    <a:pt x="368877" y="114321"/>
                  </a:cubicBezTo>
                  <a:cubicBezTo>
                    <a:pt x="499629" y="142896"/>
                    <a:pt x="413904" y="1413184"/>
                    <a:pt x="472786" y="1698934"/>
                  </a:cubicBezTo>
                  <a:cubicBezTo>
                    <a:pt x="531668" y="1984684"/>
                    <a:pt x="671079" y="2003734"/>
                    <a:pt x="722168" y="1828821"/>
                  </a:cubicBezTo>
                  <a:cubicBezTo>
                    <a:pt x="773257" y="1653908"/>
                    <a:pt x="748347" y="648733"/>
                    <a:pt x="779318" y="649453"/>
                  </a:cubicBezTo>
                  <a:cubicBezTo>
                    <a:pt x="853786" y="651184"/>
                    <a:pt x="800100" y="1614075"/>
                    <a:pt x="888422" y="1745693"/>
                  </a:cubicBezTo>
                  <a:cubicBezTo>
                    <a:pt x="976744" y="1877311"/>
                    <a:pt x="1473777" y="2005467"/>
                    <a:pt x="1620982" y="1719717"/>
                  </a:cubicBezTo>
                  <a:cubicBezTo>
                    <a:pt x="1768187" y="1433967"/>
                    <a:pt x="1652155" y="19936"/>
                    <a:pt x="1771650" y="31193"/>
                  </a:cubicBezTo>
                  <a:cubicBezTo>
                    <a:pt x="1891145" y="42450"/>
                    <a:pt x="1814080" y="1624467"/>
                    <a:pt x="1963882" y="1724912"/>
                  </a:cubicBezTo>
                  <a:cubicBezTo>
                    <a:pt x="2199464" y="1882874"/>
                    <a:pt x="2582946" y="1907652"/>
                    <a:pt x="2732809" y="1787257"/>
                  </a:cubicBezTo>
                  <a:cubicBezTo>
                    <a:pt x="2839962" y="1701174"/>
                    <a:pt x="2754456" y="6949"/>
                    <a:pt x="2852304" y="21"/>
                  </a:cubicBezTo>
                  <a:cubicBezTo>
                    <a:pt x="2950152" y="-6907"/>
                    <a:pt x="2938030" y="1762146"/>
                    <a:pt x="3070514" y="1839212"/>
                  </a:cubicBezTo>
                  <a:cubicBezTo>
                    <a:pt x="3202998" y="1916278"/>
                    <a:pt x="3388735" y="2051792"/>
                    <a:pt x="3678382" y="1865189"/>
                  </a:cubicBezTo>
                </a:path>
              </a:pathLst>
            </a:custGeom>
            <a:noFill/>
            <a:ln w="28575">
              <a:solidFill>
                <a:srgbClr val="0070C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F1EBA3BC-752D-7B47-26B5-1F09A1205E92}"/>
                </a:ext>
              </a:extLst>
            </p:cNvPr>
            <p:cNvCxnSpPr/>
            <p:nvPr/>
          </p:nvCxnSpPr>
          <p:spPr>
            <a:xfrm flipV="1">
              <a:off x="5070674" y="3698785"/>
              <a:ext cx="0" cy="21717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F0BE583E-4EA3-4794-0198-FA1F9D32D59A}"/>
              </a:ext>
            </a:extLst>
          </p:cNvPr>
          <p:cNvGrpSpPr/>
          <p:nvPr/>
        </p:nvGrpSpPr>
        <p:grpSpPr>
          <a:xfrm>
            <a:off x="6334376" y="528035"/>
            <a:ext cx="3132870" cy="1902900"/>
            <a:chOff x="545719" y="3395735"/>
            <a:chExt cx="4198916" cy="2550415"/>
          </a:xfrm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DE3B166-9BAE-2394-273C-0A73370F92C6}"/>
                </a:ext>
              </a:extLst>
            </p:cNvPr>
            <p:cNvSpPr/>
            <p:nvPr/>
          </p:nvSpPr>
          <p:spPr>
            <a:xfrm>
              <a:off x="576982" y="3903722"/>
              <a:ext cx="3678382" cy="1959302"/>
            </a:xfrm>
            <a:custGeom>
              <a:avLst/>
              <a:gdLst>
                <a:gd name="csX0" fmla="*/ 0 w 3678382"/>
                <a:gd name="csY0" fmla="*/ 1943151 h 2111162"/>
                <a:gd name="csX1" fmla="*/ 280554 w 3678382"/>
                <a:gd name="csY1" fmla="*/ 1932760 h 2111162"/>
                <a:gd name="csX2" fmla="*/ 368877 w 3678382"/>
                <a:gd name="csY2" fmla="*/ 114351 h 2111162"/>
                <a:gd name="csX3" fmla="*/ 472786 w 3678382"/>
                <a:gd name="csY3" fmla="*/ 1698964 h 2111162"/>
                <a:gd name="csX4" fmla="*/ 722168 w 3678382"/>
                <a:gd name="csY4" fmla="*/ 1828851 h 2111162"/>
                <a:gd name="csX5" fmla="*/ 779318 w 3678382"/>
                <a:gd name="csY5" fmla="*/ 649483 h 2111162"/>
                <a:gd name="csX6" fmla="*/ 852054 w 3678382"/>
                <a:gd name="csY6" fmla="*/ 1750919 h 2111162"/>
                <a:gd name="csX7" fmla="*/ 1589809 w 3678382"/>
                <a:gd name="csY7" fmla="*/ 1854828 h 2111162"/>
                <a:gd name="csX8" fmla="*/ 1771650 w 3678382"/>
                <a:gd name="csY8" fmla="*/ 31223 h 2111162"/>
                <a:gd name="csX9" fmla="*/ 1854777 w 3678382"/>
                <a:gd name="csY9" fmla="*/ 1771701 h 2111162"/>
                <a:gd name="csX10" fmla="*/ 2748395 w 3678382"/>
                <a:gd name="csY10" fmla="*/ 1865219 h 2111162"/>
                <a:gd name="csX11" fmla="*/ 2852304 w 3678382"/>
                <a:gd name="csY11" fmla="*/ 51 h 2111162"/>
                <a:gd name="csX12" fmla="*/ 2961409 w 3678382"/>
                <a:gd name="csY12" fmla="*/ 1927564 h 2111162"/>
                <a:gd name="csX13" fmla="*/ 3678382 w 3678382"/>
                <a:gd name="csY13" fmla="*/ 1865219 h 2111162"/>
                <a:gd name="csX0" fmla="*/ 0 w 3678382"/>
                <a:gd name="csY0" fmla="*/ 1943527 h 2111538"/>
                <a:gd name="csX1" fmla="*/ 280554 w 3678382"/>
                <a:gd name="csY1" fmla="*/ 1933136 h 2111538"/>
                <a:gd name="csX2" fmla="*/ 368877 w 3678382"/>
                <a:gd name="csY2" fmla="*/ 114727 h 2111538"/>
                <a:gd name="csX3" fmla="*/ 472786 w 3678382"/>
                <a:gd name="csY3" fmla="*/ 1699340 h 2111538"/>
                <a:gd name="csX4" fmla="*/ 722168 w 3678382"/>
                <a:gd name="csY4" fmla="*/ 1829227 h 2111538"/>
                <a:gd name="csX5" fmla="*/ 779318 w 3678382"/>
                <a:gd name="csY5" fmla="*/ 649859 h 2111538"/>
                <a:gd name="csX6" fmla="*/ 852054 w 3678382"/>
                <a:gd name="csY6" fmla="*/ 1751295 h 2111538"/>
                <a:gd name="csX7" fmla="*/ 1589809 w 3678382"/>
                <a:gd name="csY7" fmla="*/ 1855204 h 2111538"/>
                <a:gd name="csX8" fmla="*/ 1771650 w 3678382"/>
                <a:gd name="csY8" fmla="*/ 31599 h 2111538"/>
                <a:gd name="csX9" fmla="*/ 1854777 w 3678382"/>
                <a:gd name="csY9" fmla="*/ 1772077 h 2111538"/>
                <a:gd name="csX10" fmla="*/ 2748395 w 3678382"/>
                <a:gd name="csY10" fmla="*/ 1865595 h 2111538"/>
                <a:gd name="csX11" fmla="*/ 2852304 w 3678382"/>
                <a:gd name="csY11" fmla="*/ 427 h 2111538"/>
                <a:gd name="csX12" fmla="*/ 2961409 w 3678382"/>
                <a:gd name="csY12" fmla="*/ 1694145 h 2111538"/>
                <a:gd name="csX13" fmla="*/ 3678382 w 3678382"/>
                <a:gd name="csY13" fmla="*/ 1865595 h 2111538"/>
                <a:gd name="csX0" fmla="*/ 0 w 3678382"/>
                <a:gd name="csY0" fmla="*/ 1943115 h 2111126"/>
                <a:gd name="csX1" fmla="*/ 280554 w 3678382"/>
                <a:gd name="csY1" fmla="*/ 1932724 h 2111126"/>
                <a:gd name="csX2" fmla="*/ 368877 w 3678382"/>
                <a:gd name="csY2" fmla="*/ 114315 h 2111126"/>
                <a:gd name="csX3" fmla="*/ 472786 w 3678382"/>
                <a:gd name="csY3" fmla="*/ 1698928 h 2111126"/>
                <a:gd name="csX4" fmla="*/ 722168 w 3678382"/>
                <a:gd name="csY4" fmla="*/ 1828815 h 2111126"/>
                <a:gd name="csX5" fmla="*/ 779318 w 3678382"/>
                <a:gd name="csY5" fmla="*/ 649447 h 2111126"/>
                <a:gd name="csX6" fmla="*/ 852054 w 3678382"/>
                <a:gd name="csY6" fmla="*/ 1750883 h 2111126"/>
                <a:gd name="csX7" fmla="*/ 1589809 w 3678382"/>
                <a:gd name="csY7" fmla="*/ 1854792 h 2111126"/>
                <a:gd name="csX8" fmla="*/ 1771650 w 3678382"/>
                <a:gd name="csY8" fmla="*/ 31187 h 2111126"/>
                <a:gd name="csX9" fmla="*/ 1854777 w 3678382"/>
                <a:gd name="csY9" fmla="*/ 1771665 h 2111126"/>
                <a:gd name="csX10" fmla="*/ 2738004 w 3678382"/>
                <a:gd name="csY10" fmla="*/ 1662560 h 2111126"/>
                <a:gd name="csX11" fmla="*/ 2852304 w 3678382"/>
                <a:gd name="csY11" fmla="*/ 15 h 2111126"/>
                <a:gd name="csX12" fmla="*/ 2961409 w 3678382"/>
                <a:gd name="csY12" fmla="*/ 1693733 h 2111126"/>
                <a:gd name="csX13" fmla="*/ 3678382 w 3678382"/>
                <a:gd name="csY13" fmla="*/ 1865183 h 2111126"/>
                <a:gd name="csX0" fmla="*/ 0 w 3678382"/>
                <a:gd name="csY0" fmla="*/ 1943115 h 2111126"/>
                <a:gd name="csX1" fmla="*/ 280554 w 3678382"/>
                <a:gd name="csY1" fmla="*/ 1932724 h 2111126"/>
                <a:gd name="csX2" fmla="*/ 368877 w 3678382"/>
                <a:gd name="csY2" fmla="*/ 114315 h 2111126"/>
                <a:gd name="csX3" fmla="*/ 472786 w 3678382"/>
                <a:gd name="csY3" fmla="*/ 1698928 h 2111126"/>
                <a:gd name="csX4" fmla="*/ 722168 w 3678382"/>
                <a:gd name="csY4" fmla="*/ 1828815 h 2111126"/>
                <a:gd name="csX5" fmla="*/ 779318 w 3678382"/>
                <a:gd name="csY5" fmla="*/ 649447 h 2111126"/>
                <a:gd name="csX6" fmla="*/ 852054 w 3678382"/>
                <a:gd name="csY6" fmla="*/ 1750883 h 2111126"/>
                <a:gd name="csX7" fmla="*/ 1620982 w 3678382"/>
                <a:gd name="csY7" fmla="*/ 1719711 h 2111126"/>
                <a:gd name="csX8" fmla="*/ 1771650 w 3678382"/>
                <a:gd name="csY8" fmla="*/ 31187 h 2111126"/>
                <a:gd name="csX9" fmla="*/ 1854777 w 3678382"/>
                <a:gd name="csY9" fmla="*/ 1771665 h 2111126"/>
                <a:gd name="csX10" fmla="*/ 2738004 w 3678382"/>
                <a:gd name="csY10" fmla="*/ 1662560 h 2111126"/>
                <a:gd name="csX11" fmla="*/ 2852304 w 3678382"/>
                <a:gd name="csY11" fmla="*/ 15 h 2111126"/>
                <a:gd name="csX12" fmla="*/ 2961409 w 3678382"/>
                <a:gd name="csY12" fmla="*/ 1693733 h 2111126"/>
                <a:gd name="csX13" fmla="*/ 3678382 w 3678382"/>
                <a:gd name="csY13" fmla="*/ 1865183 h 2111126"/>
                <a:gd name="csX0" fmla="*/ 0 w 3678382"/>
                <a:gd name="csY0" fmla="*/ 1943115 h 2035967"/>
                <a:gd name="csX1" fmla="*/ 311727 w 3678382"/>
                <a:gd name="csY1" fmla="*/ 1776860 h 2035967"/>
                <a:gd name="csX2" fmla="*/ 368877 w 3678382"/>
                <a:gd name="csY2" fmla="*/ 114315 h 2035967"/>
                <a:gd name="csX3" fmla="*/ 472786 w 3678382"/>
                <a:gd name="csY3" fmla="*/ 1698928 h 2035967"/>
                <a:gd name="csX4" fmla="*/ 722168 w 3678382"/>
                <a:gd name="csY4" fmla="*/ 1828815 h 2035967"/>
                <a:gd name="csX5" fmla="*/ 779318 w 3678382"/>
                <a:gd name="csY5" fmla="*/ 649447 h 2035967"/>
                <a:gd name="csX6" fmla="*/ 852054 w 3678382"/>
                <a:gd name="csY6" fmla="*/ 1750883 h 2035967"/>
                <a:gd name="csX7" fmla="*/ 1620982 w 3678382"/>
                <a:gd name="csY7" fmla="*/ 1719711 h 2035967"/>
                <a:gd name="csX8" fmla="*/ 1771650 w 3678382"/>
                <a:gd name="csY8" fmla="*/ 31187 h 2035967"/>
                <a:gd name="csX9" fmla="*/ 1854777 w 3678382"/>
                <a:gd name="csY9" fmla="*/ 1771665 h 2035967"/>
                <a:gd name="csX10" fmla="*/ 2738004 w 3678382"/>
                <a:gd name="csY10" fmla="*/ 1662560 h 2035967"/>
                <a:gd name="csX11" fmla="*/ 2852304 w 3678382"/>
                <a:gd name="csY11" fmla="*/ 15 h 2035967"/>
                <a:gd name="csX12" fmla="*/ 2961409 w 3678382"/>
                <a:gd name="csY12" fmla="*/ 1693733 h 2035967"/>
                <a:gd name="csX13" fmla="*/ 3678382 w 3678382"/>
                <a:gd name="csY13" fmla="*/ 1865183 h 2035967"/>
                <a:gd name="csX0" fmla="*/ 0 w 3678382"/>
                <a:gd name="csY0" fmla="*/ 1943115 h 1979321"/>
                <a:gd name="csX1" fmla="*/ 311727 w 3678382"/>
                <a:gd name="csY1" fmla="*/ 1776860 h 1979321"/>
                <a:gd name="csX2" fmla="*/ 368877 w 3678382"/>
                <a:gd name="csY2" fmla="*/ 114315 h 1979321"/>
                <a:gd name="csX3" fmla="*/ 472786 w 3678382"/>
                <a:gd name="csY3" fmla="*/ 1698928 h 1979321"/>
                <a:gd name="csX4" fmla="*/ 722168 w 3678382"/>
                <a:gd name="csY4" fmla="*/ 1828815 h 1979321"/>
                <a:gd name="csX5" fmla="*/ 779318 w 3678382"/>
                <a:gd name="csY5" fmla="*/ 649447 h 1979321"/>
                <a:gd name="csX6" fmla="*/ 852054 w 3678382"/>
                <a:gd name="csY6" fmla="*/ 1750883 h 1979321"/>
                <a:gd name="csX7" fmla="*/ 1620982 w 3678382"/>
                <a:gd name="csY7" fmla="*/ 1719711 h 1979321"/>
                <a:gd name="csX8" fmla="*/ 1771650 w 3678382"/>
                <a:gd name="csY8" fmla="*/ 31187 h 1979321"/>
                <a:gd name="csX9" fmla="*/ 1854777 w 3678382"/>
                <a:gd name="csY9" fmla="*/ 1771665 h 1979321"/>
                <a:gd name="csX10" fmla="*/ 2738004 w 3678382"/>
                <a:gd name="csY10" fmla="*/ 1662560 h 1979321"/>
                <a:gd name="csX11" fmla="*/ 2852304 w 3678382"/>
                <a:gd name="csY11" fmla="*/ 15 h 1979321"/>
                <a:gd name="csX12" fmla="*/ 2961409 w 3678382"/>
                <a:gd name="csY12" fmla="*/ 1693733 h 1979321"/>
                <a:gd name="csX13" fmla="*/ 3678382 w 3678382"/>
                <a:gd name="csY13" fmla="*/ 1865183 h 1979321"/>
                <a:gd name="csX0" fmla="*/ 0 w 3678382"/>
                <a:gd name="csY0" fmla="*/ 1943115 h 1979321"/>
                <a:gd name="csX1" fmla="*/ 311727 w 3678382"/>
                <a:gd name="csY1" fmla="*/ 1776860 h 1979321"/>
                <a:gd name="csX2" fmla="*/ 368877 w 3678382"/>
                <a:gd name="csY2" fmla="*/ 114315 h 1979321"/>
                <a:gd name="csX3" fmla="*/ 472786 w 3678382"/>
                <a:gd name="csY3" fmla="*/ 1698928 h 1979321"/>
                <a:gd name="csX4" fmla="*/ 722168 w 3678382"/>
                <a:gd name="csY4" fmla="*/ 1828815 h 1979321"/>
                <a:gd name="csX5" fmla="*/ 779318 w 3678382"/>
                <a:gd name="csY5" fmla="*/ 649447 h 1979321"/>
                <a:gd name="csX6" fmla="*/ 852054 w 3678382"/>
                <a:gd name="csY6" fmla="*/ 1750883 h 1979321"/>
                <a:gd name="csX7" fmla="*/ 1620982 w 3678382"/>
                <a:gd name="csY7" fmla="*/ 1719711 h 1979321"/>
                <a:gd name="csX8" fmla="*/ 1771650 w 3678382"/>
                <a:gd name="csY8" fmla="*/ 31187 h 1979321"/>
                <a:gd name="csX9" fmla="*/ 1854777 w 3678382"/>
                <a:gd name="csY9" fmla="*/ 1771665 h 1979321"/>
                <a:gd name="csX10" fmla="*/ 2738004 w 3678382"/>
                <a:gd name="csY10" fmla="*/ 1662560 h 1979321"/>
                <a:gd name="csX11" fmla="*/ 2852304 w 3678382"/>
                <a:gd name="csY11" fmla="*/ 15 h 1979321"/>
                <a:gd name="csX12" fmla="*/ 2961409 w 3678382"/>
                <a:gd name="csY12" fmla="*/ 1693733 h 1979321"/>
                <a:gd name="csX13" fmla="*/ 3678382 w 3678382"/>
                <a:gd name="csY13" fmla="*/ 1865183 h 1979321"/>
                <a:gd name="csX0" fmla="*/ 0 w 3678382"/>
                <a:gd name="csY0" fmla="*/ 1943115 h 1979321"/>
                <a:gd name="csX1" fmla="*/ 311727 w 3678382"/>
                <a:gd name="csY1" fmla="*/ 1776860 h 1979321"/>
                <a:gd name="csX2" fmla="*/ 368877 w 3678382"/>
                <a:gd name="csY2" fmla="*/ 114315 h 1979321"/>
                <a:gd name="csX3" fmla="*/ 472786 w 3678382"/>
                <a:gd name="csY3" fmla="*/ 1698928 h 1979321"/>
                <a:gd name="csX4" fmla="*/ 722168 w 3678382"/>
                <a:gd name="csY4" fmla="*/ 1828815 h 1979321"/>
                <a:gd name="csX5" fmla="*/ 779318 w 3678382"/>
                <a:gd name="csY5" fmla="*/ 649447 h 1979321"/>
                <a:gd name="csX6" fmla="*/ 852054 w 3678382"/>
                <a:gd name="csY6" fmla="*/ 1750883 h 1979321"/>
                <a:gd name="csX7" fmla="*/ 1620982 w 3678382"/>
                <a:gd name="csY7" fmla="*/ 1719711 h 1979321"/>
                <a:gd name="csX8" fmla="*/ 1771650 w 3678382"/>
                <a:gd name="csY8" fmla="*/ 31187 h 1979321"/>
                <a:gd name="csX9" fmla="*/ 1854777 w 3678382"/>
                <a:gd name="csY9" fmla="*/ 1771665 h 1979321"/>
                <a:gd name="csX10" fmla="*/ 2738004 w 3678382"/>
                <a:gd name="csY10" fmla="*/ 1662560 h 1979321"/>
                <a:gd name="csX11" fmla="*/ 2852304 w 3678382"/>
                <a:gd name="csY11" fmla="*/ 15 h 1979321"/>
                <a:gd name="csX12" fmla="*/ 2961409 w 3678382"/>
                <a:gd name="csY12" fmla="*/ 1693733 h 1979321"/>
                <a:gd name="csX13" fmla="*/ 3678382 w 3678382"/>
                <a:gd name="csY13" fmla="*/ 1865183 h 1979321"/>
                <a:gd name="csX0" fmla="*/ 0 w 3678382"/>
                <a:gd name="csY0" fmla="*/ 1943115 h 1979321"/>
                <a:gd name="csX1" fmla="*/ 311727 w 3678382"/>
                <a:gd name="csY1" fmla="*/ 1776860 h 1979321"/>
                <a:gd name="csX2" fmla="*/ 368877 w 3678382"/>
                <a:gd name="csY2" fmla="*/ 114315 h 1979321"/>
                <a:gd name="csX3" fmla="*/ 472786 w 3678382"/>
                <a:gd name="csY3" fmla="*/ 1698928 h 1979321"/>
                <a:gd name="csX4" fmla="*/ 722168 w 3678382"/>
                <a:gd name="csY4" fmla="*/ 1828815 h 1979321"/>
                <a:gd name="csX5" fmla="*/ 779318 w 3678382"/>
                <a:gd name="csY5" fmla="*/ 649447 h 1979321"/>
                <a:gd name="csX6" fmla="*/ 852054 w 3678382"/>
                <a:gd name="csY6" fmla="*/ 1750883 h 1979321"/>
                <a:gd name="csX7" fmla="*/ 1620982 w 3678382"/>
                <a:gd name="csY7" fmla="*/ 1719711 h 1979321"/>
                <a:gd name="csX8" fmla="*/ 1771650 w 3678382"/>
                <a:gd name="csY8" fmla="*/ 31187 h 1979321"/>
                <a:gd name="csX9" fmla="*/ 1854777 w 3678382"/>
                <a:gd name="csY9" fmla="*/ 1771665 h 1979321"/>
                <a:gd name="csX10" fmla="*/ 2738004 w 3678382"/>
                <a:gd name="csY10" fmla="*/ 1662560 h 1979321"/>
                <a:gd name="csX11" fmla="*/ 2852304 w 3678382"/>
                <a:gd name="csY11" fmla="*/ 15 h 1979321"/>
                <a:gd name="csX12" fmla="*/ 2961409 w 3678382"/>
                <a:gd name="csY12" fmla="*/ 1693733 h 1979321"/>
                <a:gd name="csX13" fmla="*/ 3678382 w 3678382"/>
                <a:gd name="csY13" fmla="*/ 1865183 h 1979321"/>
                <a:gd name="csX0" fmla="*/ 0 w 3678382"/>
                <a:gd name="csY0" fmla="*/ 1943115 h 1979321"/>
                <a:gd name="csX1" fmla="*/ 311727 w 3678382"/>
                <a:gd name="csY1" fmla="*/ 1776860 h 1979321"/>
                <a:gd name="csX2" fmla="*/ 368877 w 3678382"/>
                <a:gd name="csY2" fmla="*/ 114315 h 1979321"/>
                <a:gd name="csX3" fmla="*/ 472786 w 3678382"/>
                <a:gd name="csY3" fmla="*/ 1698928 h 1979321"/>
                <a:gd name="csX4" fmla="*/ 722168 w 3678382"/>
                <a:gd name="csY4" fmla="*/ 1828815 h 1979321"/>
                <a:gd name="csX5" fmla="*/ 779318 w 3678382"/>
                <a:gd name="csY5" fmla="*/ 649447 h 1979321"/>
                <a:gd name="csX6" fmla="*/ 852054 w 3678382"/>
                <a:gd name="csY6" fmla="*/ 1750883 h 1979321"/>
                <a:gd name="csX7" fmla="*/ 1620982 w 3678382"/>
                <a:gd name="csY7" fmla="*/ 1719711 h 1979321"/>
                <a:gd name="csX8" fmla="*/ 1771650 w 3678382"/>
                <a:gd name="csY8" fmla="*/ 31187 h 1979321"/>
                <a:gd name="csX9" fmla="*/ 1854777 w 3678382"/>
                <a:gd name="csY9" fmla="*/ 1771665 h 1979321"/>
                <a:gd name="csX10" fmla="*/ 2738004 w 3678382"/>
                <a:gd name="csY10" fmla="*/ 1662560 h 1979321"/>
                <a:gd name="csX11" fmla="*/ 2852304 w 3678382"/>
                <a:gd name="csY11" fmla="*/ 15 h 1979321"/>
                <a:gd name="csX12" fmla="*/ 2961409 w 3678382"/>
                <a:gd name="csY12" fmla="*/ 1693733 h 1979321"/>
                <a:gd name="csX13" fmla="*/ 3678382 w 3678382"/>
                <a:gd name="csY13" fmla="*/ 1865183 h 1979321"/>
                <a:gd name="csX0" fmla="*/ 0 w 3678382"/>
                <a:gd name="csY0" fmla="*/ 1943558 h 2040156"/>
                <a:gd name="csX1" fmla="*/ 311727 w 3678382"/>
                <a:gd name="csY1" fmla="*/ 1777303 h 2040156"/>
                <a:gd name="csX2" fmla="*/ 368877 w 3678382"/>
                <a:gd name="csY2" fmla="*/ 114758 h 2040156"/>
                <a:gd name="csX3" fmla="*/ 472786 w 3678382"/>
                <a:gd name="csY3" fmla="*/ 1699371 h 2040156"/>
                <a:gd name="csX4" fmla="*/ 722168 w 3678382"/>
                <a:gd name="csY4" fmla="*/ 1829258 h 2040156"/>
                <a:gd name="csX5" fmla="*/ 779318 w 3678382"/>
                <a:gd name="csY5" fmla="*/ 649890 h 2040156"/>
                <a:gd name="csX6" fmla="*/ 852054 w 3678382"/>
                <a:gd name="csY6" fmla="*/ 1751326 h 2040156"/>
                <a:gd name="csX7" fmla="*/ 1620982 w 3678382"/>
                <a:gd name="csY7" fmla="*/ 1720154 h 2040156"/>
                <a:gd name="csX8" fmla="*/ 1771650 w 3678382"/>
                <a:gd name="csY8" fmla="*/ 31630 h 2040156"/>
                <a:gd name="csX9" fmla="*/ 1854777 w 3678382"/>
                <a:gd name="csY9" fmla="*/ 1772108 h 2040156"/>
                <a:gd name="csX10" fmla="*/ 2738004 w 3678382"/>
                <a:gd name="csY10" fmla="*/ 1663003 h 2040156"/>
                <a:gd name="csX11" fmla="*/ 2852304 w 3678382"/>
                <a:gd name="csY11" fmla="*/ 458 h 2040156"/>
                <a:gd name="csX12" fmla="*/ 3070514 w 3678382"/>
                <a:gd name="csY12" fmla="*/ 1839649 h 2040156"/>
                <a:gd name="csX13" fmla="*/ 3678382 w 3678382"/>
                <a:gd name="csY13" fmla="*/ 1865626 h 2040156"/>
                <a:gd name="csX0" fmla="*/ 0 w 3678382"/>
                <a:gd name="csY0" fmla="*/ 1943558 h 1979764"/>
                <a:gd name="csX1" fmla="*/ 311727 w 3678382"/>
                <a:gd name="csY1" fmla="*/ 1777303 h 1979764"/>
                <a:gd name="csX2" fmla="*/ 368877 w 3678382"/>
                <a:gd name="csY2" fmla="*/ 114758 h 1979764"/>
                <a:gd name="csX3" fmla="*/ 472786 w 3678382"/>
                <a:gd name="csY3" fmla="*/ 1699371 h 1979764"/>
                <a:gd name="csX4" fmla="*/ 722168 w 3678382"/>
                <a:gd name="csY4" fmla="*/ 1829258 h 1979764"/>
                <a:gd name="csX5" fmla="*/ 779318 w 3678382"/>
                <a:gd name="csY5" fmla="*/ 649890 h 1979764"/>
                <a:gd name="csX6" fmla="*/ 852054 w 3678382"/>
                <a:gd name="csY6" fmla="*/ 1751326 h 1979764"/>
                <a:gd name="csX7" fmla="*/ 1620982 w 3678382"/>
                <a:gd name="csY7" fmla="*/ 1720154 h 1979764"/>
                <a:gd name="csX8" fmla="*/ 1771650 w 3678382"/>
                <a:gd name="csY8" fmla="*/ 31630 h 1979764"/>
                <a:gd name="csX9" fmla="*/ 1854777 w 3678382"/>
                <a:gd name="csY9" fmla="*/ 1772108 h 1979764"/>
                <a:gd name="csX10" fmla="*/ 2738004 w 3678382"/>
                <a:gd name="csY10" fmla="*/ 1663003 h 1979764"/>
                <a:gd name="csX11" fmla="*/ 2852304 w 3678382"/>
                <a:gd name="csY11" fmla="*/ 458 h 1979764"/>
                <a:gd name="csX12" fmla="*/ 3070514 w 3678382"/>
                <a:gd name="csY12" fmla="*/ 1839649 h 1979764"/>
                <a:gd name="csX13" fmla="*/ 3678382 w 3678382"/>
                <a:gd name="csY13" fmla="*/ 1865626 h 1979764"/>
                <a:gd name="csX0" fmla="*/ 0 w 3678382"/>
                <a:gd name="csY0" fmla="*/ 1943558 h 1979764"/>
                <a:gd name="csX1" fmla="*/ 311727 w 3678382"/>
                <a:gd name="csY1" fmla="*/ 1777303 h 1979764"/>
                <a:gd name="csX2" fmla="*/ 368877 w 3678382"/>
                <a:gd name="csY2" fmla="*/ 114758 h 1979764"/>
                <a:gd name="csX3" fmla="*/ 472786 w 3678382"/>
                <a:gd name="csY3" fmla="*/ 1699371 h 1979764"/>
                <a:gd name="csX4" fmla="*/ 722168 w 3678382"/>
                <a:gd name="csY4" fmla="*/ 1829258 h 1979764"/>
                <a:gd name="csX5" fmla="*/ 779318 w 3678382"/>
                <a:gd name="csY5" fmla="*/ 649890 h 1979764"/>
                <a:gd name="csX6" fmla="*/ 852054 w 3678382"/>
                <a:gd name="csY6" fmla="*/ 1751326 h 1979764"/>
                <a:gd name="csX7" fmla="*/ 1620982 w 3678382"/>
                <a:gd name="csY7" fmla="*/ 1720154 h 1979764"/>
                <a:gd name="csX8" fmla="*/ 1771650 w 3678382"/>
                <a:gd name="csY8" fmla="*/ 31630 h 1979764"/>
                <a:gd name="csX9" fmla="*/ 1854777 w 3678382"/>
                <a:gd name="csY9" fmla="*/ 1772108 h 1979764"/>
                <a:gd name="csX10" fmla="*/ 2738004 w 3678382"/>
                <a:gd name="csY10" fmla="*/ 1663003 h 1979764"/>
                <a:gd name="csX11" fmla="*/ 2852304 w 3678382"/>
                <a:gd name="csY11" fmla="*/ 458 h 1979764"/>
                <a:gd name="csX12" fmla="*/ 3070514 w 3678382"/>
                <a:gd name="csY12" fmla="*/ 1839649 h 1979764"/>
                <a:gd name="csX13" fmla="*/ 3678382 w 3678382"/>
                <a:gd name="csY13" fmla="*/ 1865626 h 1979764"/>
                <a:gd name="csX0" fmla="*/ 0 w 3678382"/>
                <a:gd name="csY0" fmla="*/ 1943102 h 2025202"/>
                <a:gd name="csX1" fmla="*/ 311727 w 3678382"/>
                <a:gd name="csY1" fmla="*/ 1776847 h 2025202"/>
                <a:gd name="csX2" fmla="*/ 368877 w 3678382"/>
                <a:gd name="csY2" fmla="*/ 114302 h 2025202"/>
                <a:gd name="csX3" fmla="*/ 472786 w 3678382"/>
                <a:gd name="csY3" fmla="*/ 1698915 h 2025202"/>
                <a:gd name="csX4" fmla="*/ 722168 w 3678382"/>
                <a:gd name="csY4" fmla="*/ 1828802 h 2025202"/>
                <a:gd name="csX5" fmla="*/ 779318 w 3678382"/>
                <a:gd name="csY5" fmla="*/ 649434 h 2025202"/>
                <a:gd name="csX6" fmla="*/ 852054 w 3678382"/>
                <a:gd name="csY6" fmla="*/ 1750870 h 2025202"/>
                <a:gd name="csX7" fmla="*/ 1620982 w 3678382"/>
                <a:gd name="csY7" fmla="*/ 1719698 h 2025202"/>
                <a:gd name="csX8" fmla="*/ 1771650 w 3678382"/>
                <a:gd name="csY8" fmla="*/ 31174 h 2025202"/>
                <a:gd name="csX9" fmla="*/ 1854777 w 3678382"/>
                <a:gd name="csY9" fmla="*/ 1771652 h 2025202"/>
                <a:gd name="csX10" fmla="*/ 2753590 w 3678382"/>
                <a:gd name="csY10" fmla="*/ 1828802 h 2025202"/>
                <a:gd name="csX11" fmla="*/ 2852304 w 3678382"/>
                <a:gd name="csY11" fmla="*/ 2 h 2025202"/>
                <a:gd name="csX12" fmla="*/ 3070514 w 3678382"/>
                <a:gd name="csY12" fmla="*/ 1839193 h 2025202"/>
                <a:gd name="csX13" fmla="*/ 3678382 w 3678382"/>
                <a:gd name="csY13" fmla="*/ 1865170 h 2025202"/>
                <a:gd name="csX0" fmla="*/ 0 w 3678382"/>
                <a:gd name="csY0" fmla="*/ 1943102 h 2025202"/>
                <a:gd name="csX1" fmla="*/ 311727 w 3678382"/>
                <a:gd name="csY1" fmla="*/ 1776847 h 2025202"/>
                <a:gd name="csX2" fmla="*/ 368877 w 3678382"/>
                <a:gd name="csY2" fmla="*/ 114302 h 2025202"/>
                <a:gd name="csX3" fmla="*/ 472786 w 3678382"/>
                <a:gd name="csY3" fmla="*/ 1698915 h 2025202"/>
                <a:gd name="csX4" fmla="*/ 722168 w 3678382"/>
                <a:gd name="csY4" fmla="*/ 1828802 h 2025202"/>
                <a:gd name="csX5" fmla="*/ 779318 w 3678382"/>
                <a:gd name="csY5" fmla="*/ 649434 h 2025202"/>
                <a:gd name="csX6" fmla="*/ 852054 w 3678382"/>
                <a:gd name="csY6" fmla="*/ 1750870 h 2025202"/>
                <a:gd name="csX7" fmla="*/ 1620982 w 3678382"/>
                <a:gd name="csY7" fmla="*/ 1719698 h 2025202"/>
                <a:gd name="csX8" fmla="*/ 1771650 w 3678382"/>
                <a:gd name="csY8" fmla="*/ 31174 h 2025202"/>
                <a:gd name="csX9" fmla="*/ 1854777 w 3678382"/>
                <a:gd name="csY9" fmla="*/ 1771652 h 2025202"/>
                <a:gd name="csX10" fmla="*/ 2753590 w 3678382"/>
                <a:gd name="csY10" fmla="*/ 1828802 h 2025202"/>
                <a:gd name="csX11" fmla="*/ 2852304 w 3678382"/>
                <a:gd name="csY11" fmla="*/ 2 h 2025202"/>
                <a:gd name="csX12" fmla="*/ 3070514 w 3678382"/>
                <a:gd name="csY12" fmla="*/ 1839193 h 2025202"/>
                <a:gd name="csX13" fmla="*/ 3678382 w 3678382"/>
                <a:gd name="csY13" fmla="*/ 1865170 h 2025202"/>
                <a:gd name="csX0" fmla="*/ 0 w 3678382"/>
                <a:gd name="csY0" fmla="*/ 1943102 h 1979308"/>
                <a:gd name="csX1" fmla="*/ 311727 w 3678382"/>
                <a:gd name="csY1" fmla="*/ 1776847 h 1979308"/>
                <a:gd name="csX2" fmla="*/ 368877 w 3678382"/>
                <a:gd name="csY2" fmla="*/ 114302 h 1979308"/>
                <a:gd name="csX3" fmla="*/ 472786 w 3678382"/>
                <a:gd name="csY3" fmla="*/ 1698915 h 1979308"/>
                <a:gd name="csX4" fmla="*/ 722168 w 3678382"/>
                <a:gd name="csY4" fmla="*/ 1828802 h 1979308"/>
                <a:gd name="csX5" fmla="*/ 779318 w 3678382"/>
                <a:gd name="csY5" fmla="*/ 649434 h 1979308"/>
                <a:gd name="csX6" fmla="*/ 852054 w 3678382"/>
                <a:gd name="csY6" fmla="*/ 1750870 h 1979308"/>
                <a:gd name="csX7" fmla="*/ 1620982 w 3678382"/>
                <a:gd name="csY7" fmla="*/ 1719698 h 1979308"/>
                <a:gd name="csX8" fmla="*/ 1771650 w 3678382"/>
                <a:gd name="csY8" fmla="*/ 31174 h 1979308"/>
                <a:gd name="csX9" fmla="*/ 1854777 w 3678382"/>
                <a:gd name="csY9" fmla="*/ 1771652 h 1979308"/>
                <a:gd name="csX10" fmla="*/ 2753590 w 3678382"/>
                <a:gd name="csY10" fmla="*/ 1828802 h 1979308"/>
                <a:gd name="csX11" fmla="*/ 2852304 w 3678382"/>
                <a:gd name="csY11" fmla="*/ 2 h 1979308"/>
                <a:gd name="csX12" fmla="*/ 3070514 w 3678382"/>
                <a:gd name="csY12" fmla="*/ 1839193 h 1979308"/>
                <a:gd name="csX13" fmla="*/ 3678382 w 3678382"/>
                <a:gd name="csY13" fmla="*/ 1865170 h 1979308"/>
                <a:gd name="csX0" fmla="*/ 0 w 3678382"/>
                <a:gd name="csY0" fmla="*/ 1943102 h 2025202"/>
                <a:gd name="csX1" fmla="*/ 311727 w 3678382"/>
                <a:gd name="csY1" fmla="*/ 1776847 h 2025202"/>
                <a:gd name="csX2" fmla="*/ 368877 w 3678382"/>
                <a:gd name="csY2" fmla="*/ 114302 h 2025202"/>
                <a:gd name="csX3" fmla="*/ 472786 w 3678382"/>
                <a:gd name="csY3" fmla="*/ 1698915 h 2025202"/>
                <a:gd name="csX4" fmla="*/ 722168 w 3678382"/>
                <a:gd name="csY4" fmla="*/ 1828802 h 2025202"/>
                <a:gd name="csX5" fmla="*/ 779318 w 3678382"/>
                <a:gd name="csY5" fmla="*/ 649434 h 2025202"/>
                <a:gd name="csX6" fmla="*/ 852054 w 3678382"/>
                <a:gd name="csY6" fmla="*/ 1750870 h 2025202"/>
                <a:gd name="csX7" fmla="*/ 1620982 w 3678382"/>
                <a:gd name="csY7" fmla="*/ 1719698 h 2025202"/>
                <a:gd name="csX8" fmla="*/ 1771650 w 3678382"/>
                <a:gd name="csY8" fmla="*/ 31174 h 2025202"/>
                <a:gd name="csX9" fmla="*/ 1828800 w 3678382"/>
                <a:gd name="csY9" fmla="*/ 1771652 h 2025202"/>
                <a:gd name="csX10" fmla="*/ 2753590 w 3678382"/>
                <a:gd name="csY10" fmla="*/ 1828802 h 2025202"/>
                <a:gd name="csX11" fmla="*/ 2852304 w 3678382"/>
                <a:gd name="csY11" fmla="*/ 2 h 2025202"/>
                <a:gd name="csX12" fmla="*/ 3070514 w 3678382"/>
                <a:gd name="csY12" fmla="*/ 1839193 h 2025202"/>
                <a:gd name="csX13" fmla="*/ 3678382 w 3678382"/>
                <a:gd name="csY13" fmla="*/ 1865170 h 2025202"/>
                <a:gd name="csX0" fmla="*/ 0 w 3678382"/>
                <a:gd name="csY0" fmla="*/ 1943102 h 2025202"/>
                <a:gd name="csX1" fmla="*/ 311727 w 3678382"/>
                <a:gd name="csY1" fmla="*/ 1776847 h 2025202"/>
                <a:gd name="csX2" fmla="*/ 368877 w 3678382"/>
                <a:gd name="csY2" fmla="*/ 114302 h 2025202"/>
                <a:gd name="csX3" fmla="*/ 472786 w 3678382"/>
                <a:gd name="csY3" fmla="*/ 1698915 h 2025202"/>
                <a:gd name="csX4" fmla="*/ 722168 w 3678382"/>
                <a:gd name="csY4" fmla="*/ 1828802 h 2025202"/>
                <a:gd name="csX5" fmla="*/ 779318 w 3678382"/>
                <a:gd name="csY5" fmla="*/ 649434 h 2025202"/>
                <a:gd name="csX6" fmla="*/ 852054 w 3678382"/>
                <a:gd name="csY6" fmla="*/ 1750870 h 2025202"/>
                <a:gd name="csX7" fmla="*/ 1620982 w 3678382"/>
                <a:gd name="csY7" fmla="*/ 1719698 h 2025202"/>
                <a:gd name="csX8" fmla="*/ 1771650 w 3678382"/>
                <a:gd name="csY8" fmla="*/ 31174 h 2025202"/>
                <a:gd name="csX9" fmla="*/ 1828800 w 3678382"/>
                <a:gd name="csY9" fmla="*/ 1771652 h 2025202"/>
                <a:gd name="csX10" fmla="*/ 2753590 w 3678382"/>
                <a:gd name="csY10" fmla="*/ 1828802 h 2025202"/>
                <a:gd name="csX11" fmla="*/ 2852304 w 3678382"/>
                <a:gd name="csY11" fmla="*/ 2 h 2025202"/>
                <a:gd name="csX12" fmla="*/ 3070514 w 3678382"/>
                <a:gd name="csY12" fmla="*/ 1839193 h 2025202"/>
                <a:gd name="csX13" fmla="*/ 3678382 w 3678382"/>
                <a:gd name="csY13" fmla="*/ 1865170 h 2025202"/>
                <a:gd name="csX0" fmla="*/ 0 w 3678382"/>
                <a:gd name="csY0" fmla="*/ 1943102 h 1979308"/>
                <a:gd name="csX1" fmla="*/ 311727 w 3678382"/>
                <a:gd name="csY1" fmla="*/ 1776847 h 1979308"/>
                <a:gd name="csX2" fmla="*/ 368877 w 3678382"/>
                <a:gd name="csY2" fmla="*/ 114302 h 1979308"/>
                <a:gd name="csX3" fmla="*/ 472786 w 3678382"/>
                <a:gd name="csY3" fmla="*/ 1698915 h 1979308"/>
                <a:gd name="csX4" fmla="*/ 722168 w 3678382"/>
                <a:gd name="csY4" fmla="*/ 1828802 h 1979308"/>
                <a:gd name="csX5" fmla="*/ 779318 w 3678382"/>
                <a:gd name="csY5" fmla="*/ 649434 h 1979308"/>
                <a:gd name="csX6" fmla="*/ 852054 w 3678382"/>
                <a:gd name="csY6" fmla="*/ 1750870 h 1979308"/>
                <a:gd name="csX7" fmla="*/ 1620982 w 3678382"/>
                <a:gd name="csY7" fmla="*/ 1719698 h 1979308"/>
                <a:gd name="csX8" fmla="*/ 1771650 w 3678382"/>
                <a:gd name="csY8" fmla="*/ 31174 h 1979308"/>
                <a:gd name="csX9" fmla="*/ 1828800 w 3678382"/>
                <a:gd name="csY9" fmla="*/ 1771652 h 1979308"/>
                <a:gd name="csX10" fmla="*/ 2753590 w 3678382"/>
                <a:gd name="csY10" fmla="*/ 1828802 h 1979308"/>
                <a:gd name="csX11" fmla="*/ 2852304 w 3678382"/>
                <a:gd name="csY11" fmla="*/ 2 h 1979308"/>
                <a:gd name="csX12" fmla="*/ 3070514 w 3678382"/>
                <a:gd name="csY12" fmla="*/ 1839193 h 1979308"/>
                <a:gd name="csX13" fmla="*/ 3678382 w 3678382"/>
                <a:gd name="csY13" fmla="*/ 1865170 h 1979308"/>
                <a:gd name="csX0" fmla="*/ 0 w 3678382"/>
                <a:gd name="csY0" fmla="*/ 1943102 h 1979308"/>
                <a:gd name="csX1" fmla="*/ 311727 w 3678382"/>
                <a:gd name="csY1" fmla="*/ 1776847 h 1979308"/>
                <a:gd name="csX2" fmla="*/ 368877 w 3678382"/>
                <a:gd name="csY2" fmla="*/ 114302 h 1979308"/>
                <a:gd name="csX3" fmla="*/ 472786 w 3678382"/>
                <a:gd name="csY3" fmla="*/ 1698915 h 1979308"/>
                <a:gd name="csX4" fmla="*/ 722168 w 3678382"/>
                <a:gd name="csY4" fmla="*/ 1828802 h 1979308"/>
                <a:gd name="csX5" fmla="*/ 779318 w 3678382"/>
                <a:gd name="csY5" fmla="*/ 649434 h 1979308"/>
                <a:gd name="csX6" fmla="*/ 852054 w 3678382"/>
                <a:gd name="csY6" fmla="*/ 1750870 h 1979308"/>
                <a:gd name="csX7" fmla="*/ 1620982 w 3678382"/>
                <a:gd name="csY7" fmla="*/ 1719698 h 1979308"/>
                <a:gd name="csX8" fmla="*/ 1771650 w 3678382"/>
                <a:gd name="csY8" fmla="*/ 31174 h 1979308"/>
                <a:gd name="csX9" fmla="*/ 1963882 w 3678382"/>
                <a:gd name="csY9" fmla="*/ 1724893 h 1979308"/>
                <a:gd name="csX10" fmla="*/ 2753590 w 3678382"/>
                <a:gd name="csY10" fmla="*/ 1828802 h 1979308"/>
                <a:gd name="csX11" fmla="*/ 2852304 w 3678382"/>
                <a:gd name="csY11" fmla="*/ 2 h 1979308"/>
                <a:gd name="csX12" fmla="*/ 3070514 w 3678382"/>
                <a:gd name="csY12" fmla="*/ 1839193 h 1979308"/>
                <a:gd name="csX13" fmla="*/ 3678382 w 3678382"/>
                <a:gd name="csY13" fmla="*/ 1865170 h 1979308"/>
                <a:gd name="csX0" fmla="*/ 0 w 3678382"/>
                <a:gd name="csY0" fmla="*/ 1943137 h 1979343"/>
                <a:gd name="csX1" fmla="*/ 311727 w 3678382"/>
                <a:gd name="csY1" fmla="*/ 1776882 h 1979343"/>
                <a:gd name="csX2" fmla="*/ 368877 w 3678382"/>
                <a:gd name="csY2" fmla="*/ 114337 h 1979343"/>
                <a:gd name="csX3" fmla="*/ 472786 w 3678382"/>
                <a:gd name="csY3" fmla="*/ 1698950 h 1979343"/>
                <a:gd name="csX4" fmla="*/ 722168 w 3678382"/>
                <a:gd name="csY4" fmla="*/ 1828837 h 1979343"/>
                <a:gd name="csX5" fmla="*/ 779318 w 3678382"/>
                <a:gd name="csY5" fmla="*/ 649469 h 1979343"/>
                <a:gd name="csX6" fmla="*/ 852054 w 3678382"/>
                <a:gd name="csY6" fmla="*/ 1750905 h 1979343"/>
                <a:gd name="csX7" fmla="*/ 1620982 w 3678382"/>
                <a:gd name="csY7" fmla="*/ 1719733 h 1979343"/>
                <a:gd name="csX8" fmla="*/ 1771650 w 3678382"/>
                <a:gd name="csY8" fmla="*/ 31209 h 1979343"/>
                <a:gd name="csX9" fmla="*/ 1963882 w 3678382"/>
                <a:gd name="csY9" fmla="*/ 1724928 h 1979343"/>
                <a:gd name="csX10" fmla="*/ 2732809 w 3678382"/>
                <a:gd name="csY10" fmla="*/ 1787273 h 1979343"/>
                <a:gd name="csX11" fmla="*/ 2852304 w 3678382"/>
                <a:gd name="csY11" fmla="*/ 37 h 1979343"/>
                <a:gd name="csX12" fmla="*/ 3070514 w 3678382"/>
                <a:gd name="csY12" fmla="*/ 1839228 h 1979343"/>
                <a:gd name="csX13" fmla="*/ 3678382 w 3678382"/>
                <a:gd name="csY13" fmla="*/ 1865205 h 1979343"/>
                <a:gd name="csX0" fmla="*/ 0 w 3678382"/>
                <a:gd name="csY0" fmla="*/ 1943137 h 1979343"/>
                <a:gd name="csX1" fmla="*/ 311727 w 3678382"/>
                <a:gd name="csY1" fmla="*/ 1776882 h 1979343"/>
                <a:gd name="csX2" fmla="*/ 368877 w 3678382"/>
                <a:gd name="csY2" fmla="*/ 114337 h 1979343"/>
                <a:gd name="csX3" fmla="*/ 472786 w 3678382"/>
                <a:gd name="csY3" fmla="*/ 1698950 h 1979343"/>
                <a:gd name="csX4" fmla="*/ 722168 w 3678382"/>
                <a:gd name="csY4" fmla="*/ 1828837 h 1979343"/>
                <a:gd name="csX5" fmla="*/ 779318 w 3678382"/>
                <a:gd name="csY5" fmla="*/ 649469 h 1979343"/>
                <a:gd name="csX6" fmla="*/ 852054 w 3678382"/>
                <a:gd name="csY6" fmla="*/ 1750905 h 1979343"/>
                <a:gd name="csX7" fmla="*/ 1620982 w 3678382"/>
                <a:gd name="csY7" fmla="*/ 1719733 h 1979343"/>
                <a:gd name="csX8" fmla="*/ 1771650 w 3678382"/>
                <a:gd name="csY8" fmla="*/ 31209 h 1979343"/>
                <a:gd name="csX9" fmla="*/ 1963882 w 3678382"/>
                <a:gd name="csY9" fmla="*/ 1724928 h 1979343"/>
                <a:gd name="csX10" fmla="*/ 2732809 w 3678382"/>
                <a:gd name="csY10" fmla="*/ 1787273 h 1979343"/>
                <a:gd name="csX11" fmla="*/ 2852304 w 3678382"/>
                <a:gd name="csY11" fmla="*/ 37 h 1979343"/>
                <a:gd name="csX12" fmla="*/ 3070514 w 3678382"/>
                <a:gd name="csY12" fmla="*/ 1839228 h 1979343"/>
                <a:gd name="csX13" fmla="*/ 3678382 w 3678382"/>
                <a:gd name="csY13" fmla="*/ 1865205 h 1979343"/>
                <a:gd name="csX0" fmla="*/ 0 w 3678382"/>
                <a:gd name="csY0" fmla="*/ 1943136 h 1979342"/>
                <a:gd name="csX1" fmla="*/ 311727 w 3678382"/>
                <a:gd name="csY1" fmla="*/ 1776881 h 1979342"/>
                <a:gd name="csX2" fmla="*/ 368877 w 3678382"/>
                <a:gd name="csY2" fmla="*/ 114336 h 1979342"/>
                <a:gd name="csX3" fmla="*/ 472786 w 3678382"/>
                <a:gd name="csY3" fmla="*/ 1698949 h 1979342"/>
                <a:gd name="csX4" fmla="*/ 722168 w 3678382"/>
                <a:gd name="csY4" fmla="*/ 1828836 h 1979342"/>
                <a:gd name="csX5" fmla="*/ 779318 w 3678382"/>
                <a:gd name="csY5" fmla="*/ 649468 h 1979342"/>
                <a:gd name="csX6" fmla="*/ 852054 w 3678382"/>
                <a:gd name="csY6" fmla="*/ 1750904 h 1979342"/>
                <a:gd name="csX7" fmla="*/ 1620982 w 3678382"/>
                <a:gd name="csY7" fmla="*/ 1719732 h 1979342"/>
                <a:gd name="csX8" fmla="*/ 1771650 w 3678382"/>
                <a:gd name="csY8" fmla="*/ 31208 h 1979342"/>
                <a:gd name="csX9" fmla="*/ 1963882 w 3678382"/>
                <a:gd name="csY9" fmla="*/ 1724927 h 1979342"/>
                <a:gd name="csX10" fmla="*/ 2732809 w 3678382"/>
                <a:gd name="csY10" fmla="*/ 1787272 h 1979342"/>
                <a:gd name="csX11" fmla="*/ 2852304 w 3678382"/>
                <a:gd name="csY11" fmla="*/ 36 h 1979342"/>
                <a:gd name="csX12" fmla="*/ 3070514 w 3678382"/>
                <a:gd name="csY12" fmla="*/ 1839227 h 1979342"/>
                <a:gd name="csX13" fmla="*/ 3678382 w 3678382"/>
                <a:gd name="csY13" fmla="*/ 1865204 h 1979342"/>
                <a:gd name="csX0" fmla="*/ 0 w 3678382"/>
                <a:gd name="csY0" fmla="*/ 1943133 h 1979339"/>
                <a:gd name="csX1" fmla="*/ 311727 w 3678382"/>
                <a:gd name="csY1" fmla="*/ 1776878 h 1979339"/>
                <a:gd name="csX2" fmla="*/ 368877 w 3678382"/>
                <a:gd name="csY2" fmla="*/ 114333 h 1979339"/>
                <a:gd name="csX3" fmla="*/ 472786 w 3678382"/>
                <a:gd name="csY3" fmla="*/ 1698946 h 1979339"/>
                <a:gd name="csX4" fmla="*/ 722168 w 3678382"/>
                <a:gd name="csY4" fmla="*/ 1828833 h 1979339"/>
                <a:gd name="csX5" fmla="*/ 779318 w 3678382"/>
                <a:gd name="csY5" fmla="*/ 649465 h 1979339"/>
                <a:gd name="csX6" fmla="*/ 852054 w 3678382"/>
                <a:gd name="csY6" fmla="*/ 1750901 h 1979339"/>
                <a:gd name="csX7" fmla="*/ 1620982 w 3678382"/>
                <a:gd name="csY7" fmla="*/ 1719729 h 1979339"/>
                <a:gd name="csX8" fmla="*/ 1771650 w 3678382"/>
                <a:gd name="csY8" fmla="*/ 31205 h 1979339"/>
                <a:gd name="csX9" fmla="*/ 1963882 w 3678382"/>
                <a:gd name="csY9" fmla="*/ 1724924 h 1979339"/>
                <a:gd name="csX10" fmla="*/ 2732809 w 3678382"/>
                <a:gd name="csY10" fmla="*/ 1787269 h 1979339"/>
                <a:gd name="csX11" fmla="*/ 2852304 w 3678382"/>
                <a:gd name="csY11" fmla="*/ 33 h 1979339"/>
                <a:gd name="csX12" fmla="*/ 3070514 w 3678382"/>
                <a:gd name="csY12" fmla="*/ 1839224 h 1979339"/>
                <a:gd name="csX13" fmla="*/ 3678382 w 3678382"/>
                <a:gd name="csY13" fmla="*/ 1865201 h 1979339"/>
                <a:gd name="csX0" fmla="*/ 0 w 3678382"/>
                <a:gd name="csY0" fmla="*/ 1943133 h 1979339"/>
                <a:gd name="csX1" fmla="*/ 311727 w 3678382"/>
                <a:gd name="csY1" fmla="*/ 1776878 h 1979339"/>
                <a:gd name="csX2" fmla="*/ 368877 w 3678382"/>
                <a:gd name="csY2" fmla="*/ 114333 h 1979339"/>
                <a:gd name="csX3" fmla="*/ 472786 w 3678382"/>
                <a:gd name="csY3" fmla="*/ 1698946 h 1979339"/>
                <a:gd name="csX4" fmla="*/ 722168 w 3678382"/>
                <a:gd name="csY4" fmla="*/ 1828833 h 1979339"/>
                <a:gd name="csX5" fmla="*/ 779318 w 3678382"/>
                <a:gd name="csY5" fmla="*/ 649465 h 1979339"/>
                <a:gd name="csX6" fmla="*/ 852054 w 3678382"/>
                <a:gd name="csY6" fmla="*/ 1750901 h 1979339"/>
                <a:gd name="csX7" fmla="*/ 1620982 w 3678382"/>
                <a:gd name="csY7" fmla="*/ 1719729 h 1979339"/>
                <a:gd name="csX8" fmla="*/ 1771650 w 3678382"/>
                <a:gd name="csY8" fmla="*/ 31205 h 1979339"/>
                <a:gd name="csX9" fmla="*/ 1963882 w 3678382"/>
                <a:gd name="csY9" fmla="*/ 1724924 h 1979339"/>
                <a:gd name="csX10" fmla="*/ 2732809 w 3678382"/>
                <a:gd name="csY10" fmla="*/ 1787269 h 1979339"/>
                <a:gd name="csX11" fmla="*/ 2852304 w 3678382"/>
                <a:gd name="csY11" fmla="*/ 33 h 1979339"/>
                <a:gd name="csX12" fmla="*/ 3070514 w 3678382"/>
                <a:gd name="csY12" fmla="*/ 1839224 h 1979339"/>
                <a:gd name="csX13" fmla="*/ 3678382 w 3678382"/>
                <a:gd name="csY13" fmla="*/ 1865201 h 1979339"/>
                <a:gd name="csX0" fmla="*/ 0 w 3678382"/>
                <a:gd name="csY0" fmla="*/ 1943133 h 1979339"/>
                <a:gd name="csX1" fmla="*/ 311727 w 3678382"/>
                <a:gd name="csY1" fmla="*/ 1776878 h 1979339"/>
                <a:gd name="csX2" fmla="*/ 368877 w 3678382"/>
                <a:gd name="csY2" fmla="*/ 114333 h 1979339"/>
                <a:gd name="csX3" fmla="*/ 472786 w 3678382"/>
                <a:gd name="csY3" fmla="*/ 1698946 h 1979339"/>
                <a:gd name="csX4" fmla="*/ 722168 w 3678382"/>
                <a:gd name="csY4" fmla="*/ 1828833 h 1979339"/>
                <a:gd name="csX5" fmla="*/ 779318 w 3678382"/>
                <a:gd name="csY5" fmla="*/ 649465 h 1979339"/>
                <a:gd name="csX6" fmla="*/ 852054 w 3678382"/>
                <a:gd name="csY6" fmla="*/ 1750901 h 1979339"/>
                <a:gd name="csX7" fmla="*/ 1620982 w 3678382"/>
                <a:gd name="csY7" fmla="*/ 1719729 h 1979339"/>
                <a:gd name="csX8" fmla="*/ 1771650 w 3678382"/>
                <a:gd name="csY8" fmla="*/ 31205 h 1979339"/>
                <a:gd name="csX9" fmla="*/ 1963882 w 3678382"/>
                <a:gd name="csY9" fmla="*/ 1724924 h 1979339"/>
                <a:gd name="csX10" fmla="*/ 2732809 w 3678382"/>
                <a:gd name="csY10" fmla="*/ 1787269 h 1979339"/>
                <a:gd name="csX11" fmla="*/ 2852304 w 3678382"/>
                <a:gd name="csY11" fmla="*/ 33 h 1979339"/>
                <a:gd name="csX12" fmla="*/ 3070514 w 3678382"/>
                <a:gd name="csY12" fmla="*/ 1839224 h 1979339"/>
                <a:gd name="csX13" fmla="*/ 3678382 w 3678382"/>
                <a:gd name="csY13" fmla="*/ 1865201 h 1979339"/>
                <a:gd name="csX0" fmla="*/ 0 w 3678382"/>
                <a:gd name="csY0" fmla="*/ 1943133 h 1979339"/>
                <a:gd name="csX1" fmla="*/ 311727 w 3678382"/>
                <a:gd name="csY1" fmla="*/ 1776878 h 1979339"/>
                <a:gd name="csX2" fmla="*/ 368877 w 3678382"/>
                <a:gd name="csY2" fmla="*/ 114333 h 1979339"/>
                <a:gd name="csX3" fmla="*/ 472786 w 3678382"/>
                <a:gd name="csY3" fmla="*/ 1698946 h 1979339"/>
                <a:gd name="csX4" fmla="*/ 722168 w 3678382"/>
                <a:gd name="csY4" fmla="*/ 1828833 h 1979339"/>
                <a:gd name="csX5" fmla="*/ 779318 w 3678382"/>
                <a:gd name="csY5" fmla="*/ 649465 h 1979339"/>
                <a:gd name="csX6" fmla="*/ 852054 w 3678382"/>
                <a:gd name="csY6" fmla="*/ 1750901 h 1979339"/>
                <a:gd name="csX7" fmla="*/ 1620982 w 3678382"/>
                <a:gd name="csY7" fmla="*/ 1719729 h 1979339"/>
                <a:gd name="csX8" fmla="*/ 1771650 w 3678382"/>
                <a:gd name="csY8" fmla="*/ 31205 h 1979339"/>
                <a:gd name="csX9" fmla="*/ 1963882 w 3678382"/>
                <a:gd name="csY9" fmla="*/ 1724924 h 1979339"/>
                <a:gd name="csX10" fmla="*/ 2732809 w 3678382"/>
                <a:gd name="csY10" fmla="*/ 1787269 h 1979339"/>
                <a:gd name="csX11" fmla="*/ 2852304 w 3678382"/>
                <a:gd name="csY11" fmla="*/ 33 h 1979339"/>
                <a:gd name="csX12" fmla="*/ 3070514 w 3678382"/>
                <a:gd name="csY12" fmla="*/ 1839224 h 1979339"/>
                <a:gd name="csX13" fmla="*/ 3678382 w 3678382"/>
                <a:gd name="csY13" fmla="*/ 1865201 h 1979339"/>
                <a:gd name="csX0" fmla="*/ 0 w 3678382"/>
                <a:gd name="csY0" fmla="*/ 1943133 h 1979339"/>
                <a:gd name="csX1" fmla="*/ 311727 w 3678382"/>
                <a:gd name="csY1" fmla="*/ 1776878 h 1979339"/>
                <a:gd name="csX2" fmla="*/ 368877 w 3678382"/>
                <a:gd name="csY2" fmla="*/ 114333 h 1979339"/>
                <a:gd name="csX3" fmla="*/ 472786 w 3678382"/>
                <a:gd name="csY3" fmla="*/ 1698946 h 1979339"/>
                <a:gd name="csX4" fmla="*/ 722168 w 3678382"/>
                <a:gd name="csY4" fmla="*/ 1828833 h 1979339"/>
                <a:gd name="csX5" fmla="*/ 779318 w 3678382"/>
                <a:gd name="csY5" fmla="*/ 649465 h 1979339"/>
                <a:gd name="csX6" fmla="*/ 852054 w 3678382"/>
                <a:gd name="csY6" fmla="*/ 1750901 h 1979339"/>
                <a:gd name="csX7" fmla="*/ 1620982 w 3678382"/>
                <a:gd name="csY7" fmla="*/ 1719729 h 1979339"/>
                <a:gd name="csX8" fmla="*/ 1771650 w 3678382"/>
                <a:gd name="csY8" fmla="*/ 31205 h 1979339"/>
                <a:gd name="csX9" fmla="*/ 1963882 w 3678382"/>
                <a:gd name="csY9" fmla="*/ 1724924 h 1979339"/>
                <a:gd name="csX10" fmla="*/ 2732809 w 3678382"/>
                <a:gd name="csY10" fmla="*/ 1787269 h 1979339"/>
                <a:gd name="csX11" fmla="*/ 2852304 w 3678382"/>
                <a:gd name="csY11" fmla="*/ 33 h 1979339"/>
                <a:gd name="csX12" fmla="*/ 3070514 w 3678382"/>
                <a:gd name="csY12" fmla="*/ 1839224 h 1979339"/>
                <a:gd name="csX13" fmla="*/ 3678382 w 3678382"/>
                <a:gd name="csY13" fmla="*/ 1865201 h 1979339"/>
                <a:gd name="csX0" fmla="*/ 0 w 3678382"/>
                <a:gd name="csY0" fmla="*/ 1943121 h 1979327"/>
                <a:gd name="csX1" fmla="*/ 311727 w 3678382"/>
                <a:gd name="csY1" fmla="*/ 1776866 h 1979327"/>
                <a:gd name="csX2" fmla="*/ 368877 w 3678382"/>
                <a:gd name="csY2" fmla="*/ 114321 h 1979327"/>
                <a:gd name="csX3" fmla="*/ 472786 w 3678382"/>
                <a:gd name="csY3" fmla="*/ 1698934 h 1979327"/>
                <a:gd name="csX4" fmla="*/ 722168 w 3678382"/>
                <a:gd name="csY4" fmla="*/ 1828821 h 1979327"/>
                <a:gd name="csX5" fmla="*/ 779318 w 3678382"/>
                <a:gd name="csY5" fmla="*/ 649453 h 1979327"/>
                <a:gd name="csX6" fmla="*/ 852054 w 3678382"/>
                <a:gd name="csY6" fmla="*/ 1750889 h 1979327"/>
                <a:gd name="csX7" fmla="*/ 1620982 w 3678382"/>
                <a:gd name="csY7" fmla="*/ 1719717 h 1979327"/>
                <a:gd name="csX8" fmla="*/ 1771650 w 3678382"/>
                <a:gd name="csY8" fmla="*/ 31193 h 1979327"/>
                <a:gd name="csX9" fmla="*/ 1963882 w 3678382"/>
                <a:gd name="csY9" fmla="*/ 1724912 h 1979327"/>
                <a:gd name="csX10" fmla="*/ 2732809 w 3678382"/>
                <a:gd name="csY10" fmla="*/ 1787257 h 1979327"/>
                <a:gd name="csX11" fmla="*/ 2852304 w 3678382"/>
                <a:gd name="csY11" fmla="*/ 21 h 1979327"/>
                <a:gd name="csX12" fmla="*/ 3070514 w 3678382"/>
                <a:gd name="csY12" fmla="*/ 1839212 h 1979327"/>
                <a:gd name="csX13" fmla="*/ 3678382 w 3678382"/>
                <a:gd name="csY13" fmla="*/ 1865189 h 1979327"/>
                <a:gd name="csX0" fmla="*/ 0 w 3678382"/>
                <a:gd name="csY0" fmla="*/ 1943121 h 1979327"/>
                <a:gd name="csX1" fmla="*/ 311727 w 3678382"/>
                <a:gd name="csY1" fmla="*/ 1776866 h 1979327"/>
                <a:gd name="csX2" fmla="*/ 368877 w 3678382"/>
                <a:gd name="csY2" fmla="*/ 114321 h 1979327"/>
                <a:gd name="csX3" fmla="*/ 472786 w 3678382"/>
                <a:gd name="csY3" fmla="*/ 1698934 h 1979327"/>
                <a:gd name="csX4" fmla="*/ 722168 w 3678382"/>
                <a:gd name="csY4" fmla="*/ 1828821 h 1979327"/>
                <a:gd name="csX5" fmla="*/ 779318 w 3678382"/>
                <a:gd name="csY5" fmla="*/ 649453 h 1979327"/>
                <a:gd name="csX6" fmla="*/ 888422 w 3678382"/>
                <a:gd name="csY6" fmla="*/ 1745693 h 1979327"/>
                <a:gd name="csX7" fmla="*/ 1620982 w 3678382"/>
                <a:gd name="csY7" fmla="*/ 1719717 h 1979327"/>
                <a:gd name="csX8" fmla="*/ 1771650 w 3678382"/>
                <a:gd name="csY8" fmla="*/ 31193 h 1979327"/>
                <a:gd name="csX9" fmla="*/ 1963882 w 3678382"/>
                <a:gd name="csY9" fmla="*/ 1724912 h 1979327"/>
                <a:gd name="csX10" fmla="*/ 2732809 w 3678382"/>
                <a:gd name="csY10" fmla="*/ 1787257 h 1979327"/>
                <a:gd name="csX11" fmla="*/ 2852304 w 3678382"/>
                <a:gd name="csY11" fmla="*/ 21 h 1979327"/>
                <a:gd name="csX12" fmla="*/ 3070514 w 3678382"/>
                <a:gd name="csY12" fmla="*/ 1839212 h 1979327"/>
                <a:gd name="csX13" fmla="*/ 3678382 w 3678382"/>
                <a:gd name="csY13" fmla="*/ 1865189 h 1979327"/>
                <a:gd name="csX0" fmla="*/ 0 w 3678382"/>
                <a:gd name="csY0" fmla="*/ 1943121 h 1979327"/>
                <a:gd name="csX1" fmla="*/ 311727 w 3678382"/>
                <a:gd name="csY1" fmla="*/ 1776866 h 1979327"/>
                <a:gd name="csX2" fmla="*/ 368877 w 3678382"/>
                <a:gd name="csY2" fmla="*/ 114321 h 1979327"/>
                <a:gd name="csX3" fmla="*/ 472786 w 3678382"/>
                <a:gd name="csY3" fmla="*/ 1698934 h 1979327"/>
                <a:gd name="csX4" fmla="*/ 722168 w 3678382"/>
                <a:gd name="csY4" fmla="*/ 1828821 h 1979327"/>
                <a:gd name="csX5" fmla="*/ 779318 w 3678382"/>
                <a:gd name="csY5" fmla="*/ 649453 h 1979327"/>
                <a:gd name="csX6" fmla="*/ 888422 w 3678382"/>
                <a:gd name="csY6" fmla="*/ 1745693 h 1979327"/>
                <a:gd name="csX7" fmla="*/ 1620982 w 3678382"/>
                <a:gd name="csY7" fmla="*/ 1719717 h 1979327"/>
                <a:gd name="csX8" fmla="*/ 1771650 w 3678382"/>
                <a:gd name="csY8" fmla="*/ 31193 h 1979327"/>
                <a:gd name="csX9" fmla="*/ 1963882 w 3678382"/>
                <a:gd name="csY9" fmla="*/ 1724912 h 1979327"/>
                <a:gd name="csX10" fmla="*/ 2732809 w 3678382"/>
                <a:gd name="csY10" fmla="*/ 1787257 h 1979327"/>
                <a:gd name="csX11" fmla="*/ 2852304 w 3678382"/>
                <a:gd name="csY11" fmla="*/ 21 h 1979327"/>
                <a:gd name="csX12" fmla="*/ 3070514 w 3678382"/>
                <a:gd name="csY12" fmla="*/ 1839212 h 1979327"/>
                <a:gd name="csX13" fmla="*/ 3678382 w 3678382"/>
                <a:gd name="csY13" fmla="*/ 1865189 h 1979327"/>
                <a:gd name="csX0" fmla="*/ 0 w 3678382"/>
                <a:gd name="csY0" fmla="*/ 1943121 h 1979327"/>
                <a:gd name="csX1" fmla="*/ 311727 w 3678382"/>
                <a:gd name="csY1" fmla="*/ 1776866 h 1979327"/>
                <a:gd name="csX2" fmla="*/ 368877 w 3678382"/>
                <a:gd name="csY2" fmla="*/ 114321 h 1979327"/>
                <a:gd name="csX3" fmla="*/ 472786 w 3678382"/>
                <a:gd name="csY3" fmla="*/ 1698934 h 1979327"/>
                <a:gd name="csX4" fmla="*/ 722168 w 3678382"/>
                <a:gd name="csY4" fmla="*/ 1828821 h 1979327"/>
                <a:gd name="csX5" fmla="*/ 779318 w 3678382"/>
                <a:gd name="csY5" fmla="*/ 649453 h 1979327"/>
                <a:gd name="csX6" fmla="*/ 888422 w 3678382"/>
                <a:gd name="csY6" fmla="*/ 1745693 h 1979327"/>
                <a:gd name="csX7" fmla="*/ 1620982 w 3678382"/>
                <a:gd name="csY7" fmla="*/ 1719717 h 1979327"/>
                <a:gd name="csX8" fmla="*/ 1771650 w 3678382"/>
                <a:gd name="csY8" fmla="*/ 31193 h 1979327"/>
                <a:gd name="csX9" fmla="*/ 1963882 w 3678382"/>
                <a:gd name="csY9" fmla="*/ 1724912 h 1979327"/>
                <a:gd name="csX10" fmla="*/ 2732809 w 3678382"/>
                <a:gd name="csY10" fmla="*/ 1787257 h 1979327"/>
                <a:gd name="csX11" fmla="*/ 2852304 w 3678382"/>
                <a:gd name="csY11" fmla="*/ 21 h 1979327"/>
                <a:gd name="csX12" fmla="*/ 3070514 w 3678382"/>
                <a:gd name="csY12" fmla="*/ 1839212 h 1979327"/>
                <a:gd name="csX13" fmla="*/ 3678382 w 3678382"/>
                <a:gd name="csY13" fmla="*/ 1865189 h 1979327"/>
                <a:gd name="csX0" fmla="*/ 0 w 3678382"/>
                <a:gd name="csY0" fmla="*/ 1943121 h 1979327"/>
                <a:gd name="csX1" fmla="*/ 311727 w 3678382"/>
                <a:gd name="csY1" fmla="*/ 1776866 h 1979327"/>
                <a:gd name="csX2" fmla="*/ 368877 w 3678382"/>
                <a:gd name="csY2" fmla="*/ 114321 h 1979327"/>
                <a:gd name="csX3" fmla="*/ 472786 w 3678382"/>
                <a:gd name="csY3" fmla="*/ 1698934 h 1979327"/>
                <a:gd name="csX4" fmla="*/ 722168 w 3678382"/>
                <a:gd name="csY4" fmla="*/ 1828821 h 1979327"/>
                <a:gd name="csX5" fmla="*/ 779318 w 3678382"/>
                <a:gd name="csY5" fmla="*/ 649453 h 1979327"/>
                <a:gd name="csX6" fmla="*/ 888422 w 3678382"/>
                <a:gd name="csY6" fmla="*/ 1745693 h 1979327"/>
                <a:gd name="csX7" fmla="*/ 1620982 w 3678382"/>
                <a:gd name="csY7" fmla="*/ 1719717 h 1979327"/>
                <a:gd name="csX8" fmla="*/ 1771650 w 3678382"/>
                <a:gd name="csY8" fmla="*/ 31193 h 1979327"/>
                <a:gd name="csX9" fmla="*/ 1963882 w 3678382"/>
                <a:gd name="csY9" fmla="*/ 1724912 h 1979327"/>
                <a:gd name="csX10" fmla="*/ 2732809 w 3678382"/>
                <a:gd name="csY10" fmla="*/ 1787257 h 1979327"/>
                <a:gd name="csX11" fmla="*/ 2852304 w 3678382"/>
                <a:gd name="csY11" fmla="*/ 21 h 1979327"/>
                <a:gd name="csX12" fmla="*/ 3070514 w 3678382"/>
                <a:gd name="csY12" fmla="*/ 1839212 h 1979327"/>
                <a:gd name="csX13" fmla="*/ 3678382 w 3678382"/>
                <a:gd name="csY13" fmla="*/ 1865189 h 1979327"/>
                <a:gd name="csX0" fmla="*/ 0 w 3678382"/>
                <a:gd name="csY0" fmla="*/ 1943121 h 1979327"/>
                <a:gd name="csX1" fmla="*/ 311727 w 3678382"/>
                <a:gd name="csY1" fmla="*/ 1776866 h 1979327"/>
                <a:gd name="csX2" fmla="*/ 368877 w 3678382"/>
                <a:gd name="csY2" fmla="*/ 114321 h 1979327"/>
                <a:gd name="csX3" fmla="*/ 472786 w 3678382"/>
                <a:gd name="csY3" fmla="*/ 1698934 h 1979327"/>
                <a:gd name="csX4" fmla="*/ 722168 w 3678382"/>
                <a:gd name="csY4" fmla="*/ 1828821 h 1979327"/>
                <a:gd name="csX5" fmla="*/ 779318 w 3678382"/>
                <a:gd name="csY5" fmla="*/ 649453 h 1979327"/>
                <a:gd name="csX6" fmla="*/ 888422 w 3678382"/>
                <a:gd name="csY6" fmla="*/ 1745693 h 1979327"/>
                <a:gd name="csX7" fmla="*/ 1620982 w 3678382"/>
                <a:gd name="csY7" fmla="*/ 1719717 h 1979327"/>
                <a:gd name="csX8" fmla="*/ 1771650 w 3678382"/>
                <a:gd name="csY8" fmla="*/ 31193 h 1979327"/>
                <a:gd name="csX9" fmla="*/ 1963882 w 3678382"/>
                <a:gd name="csY9" fmla="*/ 1724912 h 1979327"/>
                <a:gd name="csX10" fmla="*/ 2732809 w 3678382"/>
                <a:gd name="csY10" fmla="*/ 1787257 h 1979327"/>
                <a:gd name="csX11" fmla="*/ 2852304 w 3678382"/>
                <a:gd name="csY11" fmla="*/ 21 h 1979327"/>
                <a:gd name="csX12" fmla="*/ 3070514 w 3678382"/>
                <a:gd name="csY12" fmla="*/ 1839212 h 1979327"/>
                <a:gd name="csX13" fmla="*/ 3678382 w 3678382"/>
                <a:gd name="csY13" fmla="*/ 1865189 h 1979327"/>
                <a:gd name="csX0" fmla="*/ 0 w 3678382"/>
                <a:gd name="csY0" fmla="*/ 1943121 h 1979327"/>
                <a:gd name="csX1" fmla="*/ 311727 w 3678382"/>
                <a:gd name="csY1" fmla="*/ 1776866 h 1979327"/>
                <a:gd name="csX2" fmla="*/ 368877 w 3678382"/>
                <a:gd name="csY2" fmla="*/ 114321 h 1979327"/>
                <a:gd name="csX3" fmla="*/ 472786 w 3678382"/>
                <a:gd name="csY3" fmla="*/ 1698934 h 1979327"/>
                <a:gd name="csX4" fmla="*/ 722168 w 3678382"/>
                <a:gd name="csY4" fmla="*/ 1828821 h 1979327"/>
                <a:gd name="csX5" fmla="*/ 779318 w 3678382"/>
                <a:gd name="csY5" fmla="*/ 649453 h 1979327"/>
                <a:gd name="csX6" fmla="*/ 888422 w 3678382"/>
                <a:gd name="csY6" fmla="*/ 1745693 h 1979327"/>
                <a:gd name="csX7" fmla="*/ 1620982 w 3678382"/>
                <a:gd name="csY7" fmla="*/ 1719717 h 1979327"/>
                <a:gd name="csX8" fmla="*/ 1771650 w 3678382"/>
                <a:gd name="csY8" fmla="*/ 31193 h 1979327"/>
                <a:gd name="csX9" fmla="*/ 1963882 w 3678382"/>
                <a:gd name="csY9" fmla="*/ 1724912 h 1979327"/>
                <a:gd name="csX10" fmla="*/ 2732809 w 3678382"/>
                <a:gd name="csY10" fmla="*/ 1787257 h 1979327"/>
                <a:gd name="csX11" fmla="*/ 2852304 w 3678382"/>
                <a:gd name="csY11" fmla="*/ 21 h 1979327"/>
                <a:gd name="csX12" fmla="*/ 3070514 w 3678382"/>
                <a:gd name="csY12" fmla="*/ 1839212 h 1979327"/>
                <a:gd name="csX13" fmla="*/ 3678382 w 3678382"/>
                <a:gd name="csY13" fmla="*/ 1865189 h 1979327"/>
                <a:gd name="csX0" fmla="*/ 0 w 3678382"/>
                <a:gd name="csY0" fmla="*/ 1943121 h 1959302"/>
                <a:gd name="csX1" fmla="*/ 311727 w 3678382"/>
                <a:gd name="csY1" fmla="*/ 1776866 h 1959302"/>
                <a:gd name="csX2" fmla="*/ 368877 w 3678382"/>
                <a:gd name="csY2" fmla="*/ 114321 h 1959302"/>
                <a:gd name="csX3" fmla="*/ 472786 w 3678382"/>
                <a:gd name="csY3" fmla="*/ 1698934 h 1959302"/>
                <a:gd name="csX4" fmla="*/ 722168 w 3678382"/>
                <a:gd name="csY4" fmla="*/ 1828821 h 1959302"/>
                <a:gd name="csX5" fmla="*/ 779318 w 3678382"/>
                <a:gd name="csY5" fmla="*/ 649453 h 1959302"/>
                <a:gd name="csX6" fmla="*/ 888422 w 3678382"/>
                <a:gd name="csY6" fmla="*/ 1745693 h 1959302"/>
                <a:gd name="csX7" fmla="*/ 1620982 w 3678382"/>
                <a:gd name="csY7" fmla="*/ 1719717 h 1959302"/>
                <a:gd name="csX8" fmla="*/ 1771650 w 3678382"/>
                <a:gd name="csY8" fmla="*/ 31193 h 1959302"/>
                <a:gd name="csX9" fmla="*/ 1963882 w 3678382"/>
                <a:gd name="csY9" fmla="*/ 1724912 h 1959302"/>
                <a:gd name="csX10" fmla="*/ 2732809 w 3678382"/>
                <a:gd name="csY10" fmla="*/ 1787257 h 1959302"/>
                <a:gd name="csX11" fmla="*/ 2852304 w 3678382"/>
                <a:gd name="csY11" fmla="*/ 21 h 1959302"/>
                <a:gd name="csX12" fmla="*/ 3070514 w 3678382"/>
                <a:gd name="csY12" fmla="*/ 1839212 h 1959302"/>
                <a:gd name="csX13" fmla="*/ 3678382 w 3678382"/>
                <a:gd name="csY13" fmla="*/ 1865189 h 19593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678382" h="1959302">
                  <a:moveTo>
                    <a:pt x="0" y="1943121"/>
                  </a:moveTo>
                  <a:cubicBezTo>
                    <a:pt x="171883" y="1955243"/>
                    <a:pt x="297006" y="1951779"/>
                    <a:pt x="311727" y="1776866"/>
                  </a:cubicBezTo>
                  <a:cubicBezTo>
                    <a:pt x="337804" y="1467023"/>
                    <a:pt x="238125" y="85746"/>
                    <a:pt x="368877" y="114321"/>
                  </a:cubicBezTo>
                  <a:cubicBezTo>
                    <a:pt x="499629" y="142896"/>
                    <a:pt x="413904" y="1413184"/>
                    <a:pt x="472786" y="1698934"/>
                  </a:cubicBezTo>
                  <a:cubicBezTo>
                    <a:pt x="531668" y="1984684"/>
                    <a:pt x="671079" y="2003734"/>
                    <a:pt x="722168" y="1828821"/>
                  </a:cubicBezTo>
                  <a:cubicBezTo>
                    <a:pt x="773257" y="1653908"/>
                    <a:pt x="748347" y="648733"/>
                    <a:pt x="779318" y="649453"/>
                  </a:cubicBezTo>
                  <a:cubicBezTo>
                    <a:pt x="853786" y="651184"/>
                    <a:pt x="800100" y="1614075"/>
                    <a:pt x="888422" y="1745693"/>
                  </a:cubicBezTo>
                  <a:cubicBezTo>
                    <a:pt x="976744" y="1877311"/>
                    <a:pt x="1473777" y="2005467"/>
                    <a:pt x="1620982" y="1719717"/>
                  </a:cubicBezTo>
                  <a:cubicBezTo>
                    <a:pt x="1768187" y="1433967"/>
                    <a:pt x="1652155" y="19936"/>
                    <a:pt x="1771650" y="31193"/>
                  </a:cubicBezTo>
                  <a:cubicBezTo>
                    <a:pt x="1891145" y="42450"/>
                    <a:pt x="1814080" y="1624467"/>
                    <a:pt x="1963882" y="1724912"/>
                  </a:cubicBezTo>
                  <a:cubicBezTo>
                    <a:pt x="2199464" y="1882874"/>
                    <a:pt x="2582946" y="1907652"/>
                    <a:pt x="2732809" y="1787257"/>
                  </a:cubicBezTo>
                  <a:cubicBezTo>
                    <a:pt x="2839962" y="1701174"/>
                    <a:pt x="2754456" y="6949"/>
                    <a:pt x="2852304" y="21"/>
                  </a:cubicBezTo>
                  <a:cubicBezTo>
                    <a:pt x="2950152" y="-6907"/>
                    <a:pt x="2938030" y="1762146"/>
                    <a:pt x="3070514" y="1839212"/>
                  </a:cubicBezTo>
                  <a:cubicBezTo>
                    <a:pt x="3202998" y="1916278"/>
                    <a:pt x="3388735" y="2051792"/>
                    <a:pt x="3678382" y="1865189"/>
                  </a:cubicBezTo>
                </a:path>
              </a:pathLst>
            </a:custGeom>
            <a:noFill/>
            <a:ln w="12700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41920E2E-259E-795F-CE7C-27B790DFBB62}"/>
                </a:ext>
              </a:extLst>
            </p:cNvPr>
            <p:cNvCxnSpPr/>
            <p:nvPr/>
          </p:nvCxnSpPr>
          <p:spPr>
            <a:xfrm flipV="1">
              <a:off x="561108" y="3698785"/>
              <a:ext cx="0" cy="21717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1C63FF2-F768-CE9A-4FB1-D75B1A012E4E}"/>
                </a:ext>
              </a:extLst>
            </p:cNvPr>
            <p:cNvCxnSpPr/>
            <p:nvPr/>
          </p:nvCxnSpPr>
          <p:spPr>
            <a:xfrm>
              <a:off x="545719" y="5870485"/>
              <a:ext cx="370416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FD7C5921-DFDA-47AA-9549-D4A615CD17F6}"/>
                </a:ext>
              </a:extLst>
            </p:cNvPr>
            <p:cNvCxnSpPr>
              <a:cxnSpLocks/>
            </p:cNvCxnSpPr>
            <p:nvPr/>
          </p:nvCxnSpPr>
          <p:spPr>
            <a:xfrm>
              <a:off x="1756063" y="5802944"/>
              <a:ext cx="0" cy="12469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889A05B7-16AE-D306-18ED-3427EB083C88}"/>
                </a:ext>
              </a:extLst>
            </p:cNvPr>
            <p:cNvCxnSpPr>
              <a:cxnSpLocks/>
            </p:cNvCxnSpPr>
            <p:nvPr/>
          </p:nvCxnSpPr>
          <p:spPr>
            <a:xfrm>
              <a:off x="3060122" y="5802944"/>
              <a:ext cx="0" cy="12469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744F9605-6B2B-E7DE-04ED-3C1B76DA82E7}"/>
                </a:ext>
              </a:extLst>
            </p:cNvPr>
            <p:cNvCxnSpPr>
              <a:cxnSpLocks/>
            </p:cNvCxnSpPr>
            <p:nvPr/>
          </p:nvCxnSpPr>
          <p:spPr>
            <a:xfrm>
              <a:off x="4249881" y="5802944"/>
              <a:ext cx="0" cy="12469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BCC398E-95FA-4630-D529-47084AB872BF}"/>
                </a:ext>
              </a:extLst>
            </p:cNvPr>
            <p:cNvSpPr txBox="1"/>
            <p:nvPr/>
          </p:nvSpPr>
          <p:spPr>
            <a:xfrm>
              <a:off x="3432554" y="3453728"/>
              <a:ext cx="1312081" cy="312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19B7B513-BB63-560D-8F06-0183CF04388F}"/>
                </a:ext>
              </a:extLst>
            </p:cNvPr>
            <p:cNvCxnSpPr/>
            <p:nvPr/>
          </p:nvCxnSpPr>
          <p:spPr>
            <a:xfrm>
              <a:off x="576982" y="4280675"/>
              <a:ext cx="3662793" cy="0"/>
            </a:xfrm>
            <a:prstGeom prst="line">
              <a:avLst/>
            </a:prstGeom>
            <a:noFill/>
            <a:ln w="12700">
              <a:solidFill>
                <a:srgbClr val="00B05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E26F9689-CFAF-A406-EF2A-B11FD3663DBB}"/>
                </a:ext>
              </a:extLst>
            </p:cNvPr>
            <p:cNvSpPr txBox="1"/>
            <p:nvPr/>
          </p:nvSpPr>
          <p:spPr>
            <a:xfrm>
              <a:off x="3432554" y="4267295"/>
              <a:ext cx="1312081" cy="312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5FB05498-6E8D-FCA4-E46E-3B5664D5C07C}"/>
                </a:ext>
              </a:extLst>
            </p:cNvPr>
            <p:cNvSpPr txBox="1"/>
            <p:nvPr/>
          </p:nvSpPr>
          <p:spPr>
            <a:xfrm>
              <a:off x="3432554" y="5472742"/>
              <a:ext cx="1312081" cy="312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F79FA9F6-F7B9-4F8F-1515-1B5981B14B6E}"/>
                </a:ext>
              </a:extLst>
            </p:cNvPr>
            <p:cNvSpPr/>
            <p:nvPr/>
          </p:nvSpPr>
          <p:spPr>
            <a:xfrm>
              <a:off x="3244333" y="5821460"/>
              <a:ext cx="124690" cy="1246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D7616EE1-A66A-473F-ED5D-438E4C31639E}"/>
                </a:ext>
              </a:extLst>
            </p:cNvPr>
            <p:cNvSpPr/>
            <p:nvPr/>
          </p:nvSpPr>
          <p:spPr>
            <a:xfrm>
              <a:off x="3448598" y="5821460"/>
              <a:ext cx="124690" cy="1246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14DEBF5A-D0A0-9DDE-21FF-50061D9856F8}"/>
                </a:ext>
              </a:extLst>
            </p:cNvPr>
            <p:cNvSpPr/>
            <p:nvPr/>
          </p:nvSpPr>
          <p:spPr>
            <a:xfrm>
              <a:off x="3644801" y="5821460"/>
              <a:ext cx="124690" cy="1246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D65D1964-5ABF-E6B7-62AF-FBEFC7E5F42A}"/>
                </a:ext>
              </a:extLst>
            </p:cNvPr>
            <p:cNvSpPr/>
            <p:nvPr/>
          </p:nvSpPr>
          <p:spPr>
            <a:xfrm>
              <a:off x="3855073" y="5821460"/>
              <a:ext cx="124690" cy="1246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CB3A851C-729E-FA38-4325-71C2C5557954}"/>
                </a:ext>
              </a:extLst>
            </p:cNvPr>
            <p:cNvSpPr/>
            <p:nvPr/>
          </p:nvSpPr>
          <p:spPr>
            <a:xfrm>
              <a:off x="4059338" y="5821460"/>
              <a:ext cx="124690" cy="1246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80929DBF-1568-7CF8-CEFF-D2402ABCAD9C}"/>
                </a:ext>
              </a:extLst>
            </p:cNvPr>
            <p:cNvSpPr txBox="1"/>
            <p:nvPr/>
          </p:nvSpPr>
          <p:spPr>
            <a:xfrm>
              <a:off x="1293037" y="3410391"/>
              <a:ext cx="220952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Narrow domain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1803694D-173A-725F-21A0-DA872DB928E7}"/>
                </a:ext>
              </a:extLst>
            </p:cNvPr>
            <p:cNvSpPr txBox="1"/>
            <p:nvPr/>
          </p:nvSpPr>
          <p:spPr>
            <a:xfrm>
              <a:off x="3627652" y="3395735"/>
              <a:ext cx="426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✔</a:t>
              </a:r>
              <a:endParaRPr lang="en-US" sz="1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70083B0B-0A1D-E9CA-23B8-5AF9E1EE56D3}"/>
                </a:ext>
              </a:extLst>
            </p:cNvPr>
            <p:cNvSpPr/>
            <p:nvPr/>
          </p:nvSpPr>
          <p:spPr>
            <a:xfrm>
              <a:off x="576982" y="3796574"/>
              <a:ext cx="3636818" cy="1684251"/>
            </a:xfrm>
            <a:custGeom>
              <a:avLst/>
              <a:gdLst>
                <a:gd name="csX0" fmla="*/ 0 w 3636818"/>
                <a:gd name="csY0" fmla="*/ 1675981 h 1675981"/>
                <a:gd name="csX1" fmla="*/ 1137804 w 3636818"/>
                <a:gd name="csY1" fmla="*/ 1514922 h 1675981"/>
                <a:gd name="csX2" fmla="*/ 1413163 w 3636818"/>
                <a:gd name="csY2" fmla="*/ 761581 h 1675981"/>
                <a:gd name="csX3" fmla="*/ 2436668 w 3636818"/>
                <a:gd name="csY3" fmla="*/ 673258 h 1675981"/>
                <a:gd name="csX4" fmla="*/ 3091295 w 3636818"/>
                <a:gd name="csY4" fmla="*/ 101758 h 1675981"/>
                <a:gd name="csX5" fmla="*/ 3636818 w 3636818"/>
                <a:gd name="csY5" fmla="*/ 3044 h 1675981"/>
                <a:gd name="csX0" fmla="*/ 0 w 3636818"/>
                <a:gd name="csY0" fmla="*/ 1676802 h 1676802"/>
                <a:gd name="csX1" fmla="*/ 1137804 w 3636818"/>
                <a:gd name="csY1" fmla="*/ 1515743 h 1676802"/>
                <a:gd name="csX2" fmla="*/ 1413163 w 3636818"/>
                <a:gd name="csY2" fmla="*/ 762402 h 1676802"/>
                <a:gd name="csX3" fmla="*/ 2436668 w 3636818"/>
                <a:gd name="csY3" fmla="*/ 674079 h 1676802"/>
                <a:gd name="csX4" fmla="*/ 2836717 w 3636818"/>
                <a:gd name="csY4" fmla="*/ 97384 h 1676802"/>
                <a:gd name="csX5" fmla="*/ 3636818 w 3636818"/>
                <a:gd name="csY5" fmla="*/ 3865 h 1676802"/>
                <a:gd name="csX0" fmla="*/ 0 w 3636818"/>
                <a:gd name="csY0" fmla="*/ 1684251 h 1684251"/>
                <a:gd name="csX1" fmla="*/ 1137804 w 3636818"/>
                <a:gd name="csY1" fmla="*/ 1523192 h 1684251"/>
                <a:gd name="csX2" fmla="*/ 1413163 w 3636818"/>
                <a:gd name="csY2" fmla="*/ 769851 h 1684251"/>
                <a:gd name="csX3" fmla="*/ 2436668 w 3636818"/>
                <a:gd name="csY3" fmla="*/ 681528 h 1684251"/>
                <a:gd name="csX4" fmla="*/ 2763980 w 3636818"/>
                <a:gd name="csY4" fmla="*/ 78855 h 1684251"/>
                <a:gd name="csX5" fmla="*/ 3636818 w 3636818"/>
                <a:gd name="csY5" fmla="*/ 11314 h 16842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3636818" h="1684251">
                  <a:moveTo>
                    <a:pt x="0" y="1684251"/>
                  </a:moveTo>
                  <a:cubicBezTo>
                    <a:pt x="451138" y="1679921"/>
                    <a:pt x="902277" y="1675592"/>
                    <a:pt x="1137804" y="1523192"/>
                  </a:cubicBezTo>
                  <a:cubicBezTo>
                    <a:pt x="1373331" y="1370792"/>
                    <a:pt x="1196686" y="910128"/>
                    <a:pt x="1413163" y="769851"/>
                  </a:cubicBezTo>
                  <a:cubicBezTo>
                    <a:pt x="1629640" y="629574"/>
                    <a:pt x="2211532" y="796694"/>
                    <a:pt x="2436668" y="681528"/>
                  </a:cubicBezTo>
                  <a:cubicBezTo>
                    <a:pt x="2661804" y="566362"/>
                    <a:pt x="2563955" y="190557"/>
                    <a:pt x="2763980" y="78855"/>
                  </a:cubicBezTo>
                  <a:cubicBezTo>
                    <a:pt x="2964005" y="-32847"/>
                    <a:pt x="3464069" y="4820"/>
                    <a:pt x="3636818" y="11314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47DC6608-621E-E903-E2F8-A4BE4404DE2E}"/>
              </a:ext>
            </a:extLst>
          </p:cNvPr>
          <p:cNvGrpSpPr/>
          <p:nvPr/>
        </p:nvGrpSpPr>
        <p:grpSpPr>
          <a:xfrm>
            <a:off x="68120" y="537683"/>
            <a:ext cx="3362506" cy="2051557"/>
            <a:chOff x="237943" y="537683"/>
            <a:chExt cx="4506693" cy="274965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A0355BC-12DD-06DA-1A70-1F8B1B616837}"/>
                </a:ext>
              </a:extLst>
            </p:cNvPr>
            <p:cNvSpPr txBox="1"/>
            <p:nvPr/>
          </p:nvSpPr>
          <p:spPr>
            <a:xfrm>
              <a:off x="3432555" y="581020"/>
              <a:ext cx="131208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Design B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2C12A87-0775-B439-BD84-4727ED73798D}"/>
                </a:ext>
              </a:extLst>
            </p:cNvPr>
            <p:cNvSpPr txBox="1"/>
            <p:nvPr/>
          </p:nvSpPr>
          <p:spPr>
            <a:xfrm>
              <a:off x="3432555" y="1394587"/>
              <a:ext cx="131208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Design A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2B0FCC5-AF2B-6239-F205-4E074E9F178F}"/>
                </a:ext>
              </a:extLst>
            </p:cNvPr>
            <p:cNvSpPr txBox="1"/>
            <p:nvPr/>
          </p:nvSpPr>
          <p:spPr>
            <a:xfrm>
              <a:off x="3432555" y="2600034"/>
              <a:ext cx="131208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Design C</a:t>
              </a: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AA600FE-ED6C-C6DA-9ACC-FFA3DC9D6249}"/>
                </a:ext>
              </a:extLst>
            </p:cNvPr>
            <p:cNvSpPr/>
            <p:nvPr/>
          </p:nvSpPr>
          <p:spPr>
            <a:xfrm>
              <a:off x="576983" y="1031014"/>
              <a:ext cx="3678382" cy="1959302"/>
            </a:xfrm>
            <a:custGeom>
              <a:avLst/>
              <a:gdLst>
                <a:gd name="csX0" fmla="*/ 0 w 3678382"/>
                <a:gd name="csY0" fmla="*/ 1943151 h 2111162"/>
                <a:gd name="csX1" fmla="*/ 280554 w 3678382"/>
                <a:gd name="csY1" fmla="*/ 1932760 h 2111162"/>
                <a:gd name="csX2" fmla="*/ 368877 w 3678382"/>
                <a:gd name="csY2" fmla="*/ 114351 h 2111162"/>
                <a:gd name="csX3" fmla="*/ 472786 w 3678382"/>
                <a:gd name="csY3" fmla="*/ 1698964 h 2111162"/>
                <a:gd name="csX4" fmla="*/ 722168 w 3678382"/>
                <a:gd name="csY4" fmla="*/ 1828851 h 2111162"/>
                <a:gd name="csX5" fmla="*/ 779318 w 3678382"/>
                <a:gd name="csY5" fmla="*/ 649483 h 2111162"/>
                <a:gd name="csX6" fmla="*/ 852054 w 3678382"/>
                <a:gd name="csY6" fmla="*/ 1750919 h 2111162"/>
                <a:gd name="csX7" fmla="*/ 1589809 w 3678382"/>
                <a:gd name="csY7" fmla="*/ 1854828 h 2111162"/>
                <a:gd name="csX8" fmla="*/ 1771650 w 3678382"/>
                <a:gd name="csY8" fmla="*/ 31223 h 2111162"/>
                <a:gd name="csX9" fmla="*/ 1854777 w 3678382"/>
                <a:gd name="csY9" fmla="*/ 1771701 h 2111162"/>
                <a:gd name="csX10" fmla="*/ 2748395 w 3678382"/>
                <a:gd name="csY10" fmla="*/ 1865219 h 2111162"/>
                <a:gd name="csX11" fmla="*/ 2852304 w 3678382"/>
                <a:gd name="csY11" fmla="*/ 51 h 2111162"/>
                <a:gd name="csX12" fmla="*/ 2961409 w 3678382"/>
                <a:gd name="csY12" fmla="*/ 1927564 h 2111162"/>
                <a:gd name="csX13" fmla="*/ 3678382 w 3678382"/>
                <a:gd name="csY13" fmla="*/ 1865219 h 2111162"/>
                <a:gd name="csX0" fmla="*/ 0 w 3678382"/>
                <a:gd name="csY0" fmla="*/ 1943527 h 2111538"/>
                <a:gd name="csX1" fmla="*/ 280554 w 3678382"/>
                <a:gd name="csY1" fmla="*/ 1933136 h 2111538"/>
                <a:gd name="csX2" fmla="*/ 368877 w 3678382"/>
                <a:gd name="csY2" fmla="*/ 114727 h 2111538"/>
                <a:gd name="csX3" fmla="*/ 472786 w 3678382"/>
                <a:gd name="csY3" fmla="*/ 1699340 h 2111538"/>
                <a:gd name="csX4" fmla="*/ 722168 w 3678382"/>
                <a:gd name="csY4" fmla="*/ 1829227 h 2111538"/>
                <a:gd name="csX5" fmla="*/ 779318 w 3678382"/>
                <a:gd name="csY5" fmla="*/ 649859 h 2111538"/>
                <a:gd name="csX6" fmla="*/ 852054 w 3678382"/>
                <a:gd name="csY6" fmla="*/ 1751295 h 2111538"/>
                <a:gd name="csX7" fmla="*/ 1589809 w 3678382"/>
                <a:gd name="csY7" fmla="*/ 1855204 h 2111538"/>
                <a:gd name="csX8" fmla="*/ 1771650 w 3678382"/>
                <a:gd name="csY8" fmla="*/ 31599 h 2111538"/>
                <a:gd name="csX9" fmla="*/ 1854777 w 3678382"/>
                <a:gd name="csY9" fmla="*/ 1772077 h 2111538"/>
                <a:gd name="csX10" fmla="*/ 2748395 w 3678382"/>
                <a:gd name="csY10" fmla="*/ 1865595 h 2111538"/>
                <a:gd name="csX11" fmla="*/ 2852304 w 3678382"/>
                <a:gd name="csY11" fmla="*/ 427 h 2111538"/>
                <a:gd name="csX12" fmla="*/ 2961409 w 3678382"/>
                <a:gd name="csY12" fmla="*/ 1694145 h 2111538"/>
                <a:gd name="csX13" fmla="*/ 3678382 w 3678382"/>
                <a:gd name="csY13" fmla="*/ 1865595 h 2111538"/>
                <a:gd name="csX0" fmla="*/ 0 w 3678382"/>
                <a:gd name="csY0" fmla="*/ 1943115 h 2111126"/>
                <a:gd name="csX1" fmla="*/ 280554 w 3678382"/>
                <a:gd name="csY1" fmla="*/ 1932724 h 2111126"/>
                <a:gd name="csX2" fmla="*/ 368877 w 3678382"/>
                <a:gd name="csY2" fmla="*/ 114315 h 2111126"/>
                <a:gd name="csX3" fmla="*/ 472786 w 3678382"/>
                <a:gd name="csY3" fmla="*/ 1698928 h 2111126"/>
                <a:gd name="csX4" fmla="*/ 722168 w 3678382"/>
                <a:gd name="csY4" fmla="*/ 1828815 h 2111126"/>
                <a:gd name="csX5" fmla="*/ 779318 w 3678382"/>
                <a:gd name="csY5" fmla="*/ 649447 h 2111126"/>
                <a:gd name="csX6" fmla="*/ 852054 w 3678382"/>
                <a:gd name="csY6" fmla="*/ 1750883 h 2111126"/>
                <a:gd name="csX7" fmla="*/ 1589809 w 3678382"/>
                <a:gd name="csY7" fmla="*/ 1854792 h 2111126"/>
                <a:gd name="csX8" fmla="*/ 1771650 w 3678382"/>
                <a:gd name="csY8" fmla="*/ 31187 h 2111126"/>
                <a:gd name="csX9" fmla="*/ 1854777 w 3678382"/>
                <a:gd name="csY9" fmla="*/ 1771665 h 2111126"/>
                <a:gd name="csX10" fmla="*/ 2738004 w 3678382"/>
                <a:gd name="csY10" fmla="*/ 1662560 h 2111126"/>
                <a:gd name="csX11" fmla="*/ 2852304 w 3678382"/>
                <a:gd name="csY11" fmla="*/ 15 h 2111126"/>
                <a:gd name="csX12" fmla="*/ 2961409 w 3678382"/>
                <a:gd name="csY12" fmla="*/ 1693733 h 2111126"/>
                <a:gd name="csX13" fmla="*/ 3678382 w 3678382"/>
                <a:gd name="csY13" fmla="*/ 1865183 h 2111126"/>
                <a:gd name="csX0" fmla="*/ 0 w 3678382"/>
                <a:gd name="csY0" fmla="*/ 1943115 h 2111126"/>
                <a:gd name="csX1" fmla="*/ 280554 w 3678382"/>
                <a:gd name="csY1" fmla="*/ 1932724 h 2111126"/>
                <a:gd name="csX2" fmla="*/ 368877 w 3678382"/>
                <a:gd name="csY2" fmla="*/ 114315 h 2111126"/>
                <a:gd name="csX3" fmla="*/ 472786 w 3678382"/>
                <a:gd name="csY3" fmla="*/ 1698928 h 2111126"/>
                <a:gd name="csX4" fmla="*/ 722168 w 3678382"/>
                <a:gd name="csY4" fmla="*/ 1828815 h 2111126"/>
                <a:gd name="csX5" fmla="*/ 779318 w 3678382"/>
                <a:gd name="csY5" fmla="*/ 649447 h 2111126"/>
                <a:gd name="csX6" fmla="*/ 852054 w 3678382"/>
                <a:gd name="csY6" fmla="*/ 1750883 h 2111126"/>
                <a:gd name="csX7" fmla="*/ 1620982 w 3678382"/>
                <a:gd name="csY7" fmla="*/ 1719711 h 2111126"/>
                <a:gd name="csX8" fmla="*/ 1771650 w 3678382"/>
                <a:gd name="csY8" fmla="*/ 31187 h 2111126"/>
                <a:gd name="csX9" fmla="*/ 1854777 w 3678382"/>
                <a:gd name="csY9" fmla="*/ 1771665 h 2111126"/>
                <a:gd name="csX10" fmla="*/ 2738004 w 3678382"/>
                <a:gd name="csY10" fmla="*/ 1662560 h 2111126"/>
                <a:gd name="csX11" fmla="*/ 2852304 w 3678382"/>
                <a:gd name="csY11" fmla="*/ 15 h 2111126"/>
                <a:gd name="csX12" fmla="*/ 2961409 w 3678382"/>
                <a:gd name="csY12" fmla="*/ 1693733 h 2111126"/>
                <a:gd name="csX13" fmla="*/ 3678382 w 3678382"/>
                <a:gd name="csY13" fmla="*/ 1865183 h 2111126"/>
                <a:gd name="csX0" fmla="*/ 0 w 3678382"/>
                <a:gd name="csY0" fmla="*/ 1943115 h 2035967"/>
                <a:gd name="csX1" fmla="*/ 311727 w 3678382"/>
                <a:gd name="csY1" fmla="*/ 1776860 h 2035967"/>
                <a:gd name="csX2" fmla="*/ 368877 w 3678382"/>
                <a:gd name="csY2" fmla="*/ 114315 h 2035967"/>
                <a:gd name="csX3" fmla="*/ 472786 w 3678382"/>
                <a:gd name="csY3" fmla="*/ 1698928 h 2035967"/>
                <a:gd name="csX4" fmla="*/ 722168 w 3678382"/>
                <a:gd name="csY4" fmla="*/ 1828815 h 2035967"/>
                <a:gd name="csX5" fmla="*/ 779318 w 3678382"/>
                <a:gd name="csY5" fmla="*/ 649447 h 2035967"/>
                <a:gd name="csX6" fmla="*/ 852054 w 3678382"/>
                <a:gd name="csY6" fmla="*/ 1750883 h 2035967"/>
                <a:gd name="csX7" fmla="*/ 1620982 w 3678382"/>
                <a:gd name="csY7" fmla="*/ 1719711 h 2035967"/>
                <a:gd name="csX8" fmla="*/ 1771650 w 3678382"/>
                <a:gd name="csY8" fmla="*/ 31187 h 2035967"/>
                <a:gd name="csX9" fmla="*/ 1854777 w 3678382"/>
                <a:gd name="csY9" fmla="*/ 1771665 h 2035967"/>
                <a:gd name="csX10" fmla="*/ 2738004 w 3678382"/>
                <a:gd name="csY10" fmla="*/ 1662560 h 2035967"/>
                <a:gd name="csX11" fmla="*/ 2852304 w 3678382"/>
                <a:gd name="csY11" fmla="*/ 15 h 2035967"/>
                <a:gd name="csX12" fmla="*/ 2961409 w 3678382"/>
                <a:gd name="csY12" fmla="*/ 1693733 h 2035967"/>
                <a:gd name="csX13" fmla="*/ 3678382 w 3678382"/>
                <a:gd name="csY13" fmla="*/ 1865183 h 2035967"/>
                <a:gd name="csX0" fmla="*/ 0 w 3678382"/>
                <a:gd name="csY0" fmla="*/ 1943115 h 1979321"/>
                <a:gd name="csX1" fmla="*/ 311727 w 3678382"/>
                <a:gd name="csY1" fmla="*/ 1776860 h 1979321"/>
                <a:gd name="csX2" fmla="*/ 368877 w 3678382"/>
                <a:gd name="csY2" fmla="*/ 114315 h 1979321"/>
                <a:gd name="csX3" fmla="*/ 472786 w 3678382"/>
                <a:gd name="csY3" fmla="*/ 1698928 h 1979321"/>
                <a:gd name="csX4" fmla="*/ 722168 w 3678382"/>
                <a:gd name="csY4" fmla="*/ 1828815 h 1979321"/>
                <a:gd name="csX5" fmla="*/ 779318 w 3678382"/>
                <a:gd name="csY5" fmla="*/ 649447 h 1979321"/>
                <a:gd name="csX6" fmla="*/ 852054 w 3678382"/>
                <a:gd name="csY6" fmla="*/ 1750883 h 1979321"/>
                <a:gd name="csX7" fmla="*/ 1620982 w 3678382"/>
                <a:gd name="csY7" fmla="*/ 1719711 h 1979321"/>
                <a:gd name="csX8" fmla="*/ 1771650 w 3678382"/>
                <a:gd name="csY8" fmla="*/ 31187 h 1979321"/>
                <a:gd name="csX9" fmla="*/ 1854777 w 3678382"/>
                <a:gd name="csY9" fmla="*/ 1771665 h 1979321"/>
                <a:gd name="csX10" fmla="*/ 2738004 w 3678382"/>
                <a:gd name="csY10" fmla="*/ 1662560 h 1979321"/>
                <a:gd name="csX11" fmla="*/ 2852304 w 3678382"/>
                <a:gd name="csY11" fmla="*/ 15 h 1979321"/>
                <a:gd name="csX12" fmla="*/ 2961409 w 3678382"/>
                <a:gd name="csY12" fmla="*/ 1693733 h 1979321"/>
                <a:gd name="csX13" fmla="*/ 3678382 w 3678382"/>
                <a:gd name="csY13" fmla="*/ 1865183 h 1979321"/>
                <a:gd name="csX0" fmla="*/ 0 w 3678382"/>
                <a:gd name="csY0" fmla="*/ 1943115 h 1979321"/>
                <a:gd name="csX1" fmla="*/ 311727 w 3678382"/>
                <a:gd name="csY1" fmla="*/ 1776860 h 1979321"/>
                <a:gd name="csX2" fmla="*/ 368877 w 3678382"/>
                <a:gd name="csY2" fmla="*/ 114315 h 1979321"/>
                <a:gd name="csX3" fmla="*/ 472786 w 3678382"/>
                <a:gd name="csY3" fmla="*/ 1698928 h 1979321"/>
                <a:gd name="csX4" fmla="*/ 722168 w 3678382"/>
                <a:gd name="csY4" fmla="*/ 1828815 h 1979321"/>
                <a:gd name="csX5" fmla="*/ 779318 w 3678382"/>
                <a:gd name="csY5" fmla="*/ 649447 h 1979321"/>
                <a:gd name="csX6" fmla="*/ 852054 w 3678382"/>
                <a:gd name="csY6" fmla="*/ 1750883 h 1979321"/>
                <a:gd name="csX7" fmla="*/ 1620982 w 3678382"/>
                <a:gd name="csY7" fmla="*/ 1719711 h 1979321"/>
                <a:gd name="csX8" fmla="*/ 1771650 w 3678382"/>
                <a:gd name="csY8" fmla="*/ 31187 h 1979321"/>
                <a:gd name="csX9" fmla="*/ 1854777 w 3678382"/>
                <a:gd name="csY9" fmla="*/ 1771665 h 1979321"/>
                <a:gd name="csX10" fmla="*/ 2738004 w 3678382"/>
                <a:gd name="csY10" fmla="*/ 1662560 h 1979321"/>
                <a:gd name="csX11" fmla="*/ 2852304 w 3678382"/>
                <a:gd name="csY11" fmla="*/ 15 h 1979321"/>
                <a:gd name="csX12" fmla="*/ 2961409 w 3678382"/>
                <a:gd name="csY12" fmla="*/ 1693733 h 1979321"/>
                <a:gd name="csX13" fmla="*/ 3678382 w 3678382"/>
                <a:gd name="csY13" fmla="*/ 1865183 h 1979321"/>
                <a:gd name="csX0" fmla="*/ 0 w 3678382"/>
                <a:gd name="csY0" fmla="*/ 1943115 h 1979321"/>
                <a:gd name="csX1" fmla="*/ 311727 w 3678382"/>
                <a:gd name="csY1" fmla="*/ 1776860 h 1979321"/>
                <a:gd name="csX2" fmla="*/ 368877 w 3678382"/>
                <a:gd name="csY2" fmla="*/ 114315 h 1979321"/>
                <a:gd name="csX3" fmla="*/ 472786 w 3678382"/>
                <a:gd name="csY3" fmla="*/ 1698928 h 1979321"/>
                <a:gd name="csX4" fmla="*/ 722168 w 3678382"/>
                <a:gd name="csY4" fmla="*/ 1828815 h 1979321"/>
                <a:gd name="csX5" fmla="*/ 779318 w 3678382"/>
                <a:gd name="csY5" fmla="*/ 649447 h 1979321"/>
                <a:gd name="csX6" fmla="*/ 852054 w 3678382"/>
                <a:gd name="csY6" fmla="*/ 1750883 h 1979321"/>
                <a:gd name="csX7" fmla="*/ 1620982 w 3678382"/>
                <a:gd name="csY7" fmla="*/ 1719711 h 1979321"/>
                <a:gd name="csX8" fmla="*/ 1771650 w 3678382"/>
                <a:gd name="csY8" fmla="*/ 31187 h 1979321"/>
                <a:gd name="csX9" fmla="*/ 1854777 w 3678382"/>
                <a:gd name="csY9" fmla="*/ 1771665 h 1979321"/>
                <a:gd name="csX10" fmla="*/ 2738004 w 3678382"/>
                <a:gd name="csY10" fmla="*/ 1662560 h 1979321"/>
                <a:gd name="csX11" fmla="*/ 2852304 w 3678382"/>
                <a:gd name="csY11" fmla="*/ 15 h 1979321"/>
                <a:gd name="csX12" fmla="*/ 2961409 w 3678382"/>
                <a:gd name="csY12" fmla="*/ 1693733 h 1979321"/>
                <a:gd name="csX13" fmla="*/ 3678382 w 3678382"/>
                <a:gd name="csY13" fmla="*/ 1865183 h 1979321"/>
                <a:gd name="csX0" fmla="*/ 0 w 3678382"/>
                <a:gd name="csY0" fmla="*/ 1943115 h 1979321"/>
                <a:gd name="csX1" fmla="*/ 311727 w 3678382"/>
                <a:gd name="csY1" fmla="*/ 1776860 h 1979321"/>
                <a:gd name="csX2" fmla="*/ 368877 w 3678382"/>
                <a:gd name="csY2" fmla="*/ 114315 h 1979321"/>
                <a:gd name="csX3" fmla="*/ 472786 w 3678382"/>
                <a:gd name="csY3" fmla="*/ 1698928 h 1979321"/>
                <a:gd name="csX4" fmla="*/ 722168 w 3678382"/>
                <a:gd name="csY4" fmla="*/ 1828815 h 1979321"/>
                <a:gd name="csX5" fmla="*/ 779318 w 3678382"/>
                <a:gd name="csY5" fmla="*/ 649447 h 1979321"/>
                <a:gd name="csX6" fmla="*/ 852054 w 3678382"/>
                <a:gd name="csY6" fmla="*/ 1750883 h 1979321"/>
                <a:gd name="csX7" fmla="*/ 1620982 w 3678382"/>
                <a:gd name="csY7" fmla="*/ 1719711 h 1979321"/>
                <a:gd name="csX8" fmla="*/ 1771650 w 3678382"/>
                <a:gd name="csY8" fmla="*/ 31187 h 1979321"/>
                <a:gd name="csX9" fmla="*/ 1854777 w 3678382"/>
                <a:gd name="csY9" fmla="*/ 1771665 h 1979321"/>
                <a:gd name="csX10" fmla="*/ 2738004 w 3678382"/>
                <a:gd name="csY10" fmla="*/ 1662560 h 1979321"/>
                <a:gd name="csX11" fmla="*/ 2852304 w 3678382"/>
                <a:gd name="csY11" fmla="*/ 15 h 1979321"/>
                <a:gd name="csX12" fmla="*/ 2961409 w 3678382"/>
                <a:gd name="csY12" fmla="*/ 1693733 h 1979321"/>
                <a:gd name="csX13" fmla="*/ 3678382 w 3678382"/>
                <a:gd name="csY13" fmla="*/ 1865183 h 1979321"/>
                <a:gd name="csX0" fmla="*/ 0 w 3678382"/>
                <a:gd name="csY0" fmla="*/ 1943115 h 1979321"/>
                <a:gd name="csX1" fmla="*/ 311727 w 3678382"/>
                <a:gd name="csY1" fmla="*/ 1776860 h 1979321"/>
                <a:gd name="csX2" fmla="*/ 368877 w 3678382"/>
                <a:gd name="csY2" fmla="*/ 114315 h 1979321"/>
                <a:gd name="csX3" fmla="*/ 472786 w 3678382"/>
                <a:gd name="csY3" fmla="*/ 1698928 h 1979321"/>
                <a:gd name="csX4" fmla="*/ 722168 w 3678382"/>
                <a:gd name="csY4" fmla="*/ 1828815 h 1979321"/>
                <a:gd name="csX5" fmla="*/ 779318 w 3678382"/>
                <a:gd name="csY5" fmla="*/ 649447 h 1979321"/>
                <a:gd name="csX6" fmla="*/ 852054 w 3678382"/>
                <a:gd name="csY6" fmla="*/ 1750883 h 1979321"/>
                <a:gd name="csX7" fmla="*/ 1620982 w 3678382"/>
                <a:gd name="csY7" fmla="*/ 1719711 h 1979321"/>
                <a:gd name="csX8" fmla="*/ 1771650 w 3678382"/>
                <a:gd name="csY8" fmla="*/ 31187 h 1979321"/>
                <a:gd name="csX9" fmla="*/ 1854777 w 3678382"/>
                <a:gd name="csY9" fmla="*/ 1771665 h 1979321"/>
                <a:gd name="csX10" fmla="*/ 2738004 w 3678382"/>
                <a:gd name="csY10" fmla="*/ 1662560 h 1979321"/>
                <a:gd name="csX11" fmla="*/ 2852304 w 3678382"/>
                <a:gd name="csY11" fmla="*/ 15 h 1979321"/>
                <a:gd name="csX12" fmla="*/ 2961409 w 3678382"/>
                <a:gd name="csY12" fmla="*/ 1693733 h 1979321"/>
                <a:gd name="csX13" fmla="*/ 3678382 w 3678382"/>
                <a:gd name="csY13" fmla="*/ 1865183 h 1979321"/>
                <a:gd name="csX0" fmla="*/ 0 w 3678382"/>
                <a:gd name="csY0" fmla="*/ 1943558 h 2040156"/>
                <a:gd name="csX1" fmla="*/ 311727 w 3678382"/>
                <a:gd name="csY1" fmla="*/ 1777303 h 2040156"/>
                <a:gd name="csX2" fmla="*/ 368877 w 3678382"/>
                <a:gd name="csY2" fmla="*/ 114758 h 2040156"/>
                <a:gd name="csX3" fmla="*/ 472786 w 3678382"/>
                <a:gd name="csY3" fmla="*/ 1699371 h 2040156"/>
                <a:gd name="csX4" fmla="*/ 722168 w 3678382"/>
                <a:gd name="csY4" fmla="*/ 1829258 h 2040156"/>
                <a:gd name="csX5" fmla="*/ 779318 w 3678382"/>
                <a:gd name="csY5" fmla="*/ 649890 h 2040156"/>
                <a:gd name="csX6" fmla="*/ 852054 w 3678382"/>
                <a:gd name="csY6" fmla="*/ 1751326 h 2040156"/>
                <a:gd name="csX7" fmla="*/ 1620982 w 3678382"/>
                <a:gd name="csY7" fmla="*/ 1720154 h 2040156"/>
                <a:gd name="csX8" fmla="*/ 1771650 w 3678382"/>
                <a:gd name="csY8" fmla="*/ 31630 h 2040156"/>
                <a:gd name="csX9" fmla="*/ 1854777 w 3678382"/>
                <a:gd name="csY9" fmla="*/ 1772108 h 2040156"/>
                <a:gd name="csX10" fmla="*/ 2738004 w 3678382"/>
                <a:gd name="csY10" fmla="*/ 1663003 h 2040156"/>
                <a:gd name="csX11" fmla="*/ 2852304 w 3678382"/>
                <a:gd name="csY11" fmla="*/ 458 h 2040156"/>
                <a:gd name="csX12" fmla="*/ 3070514 w 3678382"/>
                <a:gd name="csY12" fmla="*/ 1839649 h 2040156"/>
                <a:gd name="csX13" fmla="*/ 3678382 w 3678382"/>
                <a:gd name="csY13" fmla="*/ 1865626 h 2040156"/>
                <a:gd name="csX0" fmla="*/ 0 w 3678382"/>
                <a:gd name="csY0" fmla="*/ 1943558 h 1979764"/>
                <a:gd name="csX1" fmla="*/ 311727 w 3678382"/>
                <a:gd name="csY1" fmla="*/ 1777303 h 1979764"/>
                <a:gd name="csX2" fmla="*/ 368877 w 3678382"/>
                <a:gd name="csY2" fmla="*/ 114758 h 1979764"/>
                <a:gd name="csX3" fmla="*/ 472786 w 3678382"/>
                <a:gd name="csY3" fmla="*/ 1699371 h 1979764"/>
                <a:gd name="csX4" fmla="*/ 722168 w 3678382"/>
                <a:gd name="csY4" fmla="*/ 1829258 h 1979764"/>
                <a:gd name="csX5" fmla="*/ 779318 w 3678382"/>
                <a:gd name="csY5" fmla="*/ 649890 h 1979764"/>
                <a:gd name="csX6" fmla="*/ 852054 w 3678382"/>
                <a:gd name="csY6" fmla="*/ 1751326 h 1979764"/>
                <a:gd name="csX7" fmla="*/ 1620982 w 3678382"/>
                <a:gd name="csY7" fmla="*/ 1720154 h 1979764"/>
                <a:gd name="csX8" fmla="*/ 1771650 w 3678382"/>
                <a:gd name="csY8" fmla="*/ 31630 h 1979764"/>
                <a:gd name="csX9" fmla="*/ 1854777 w 3678382"/>
                <a:gd name="csY9" fmla="*/ 1772108 h 1979764"/>
                <a:gd name="csX10" fmla="*/ 2738004 w 3678382"/>
                <a:gd name="csY10" fmla="*/ 1663003 h 1979764"/>
                <a:gd name="csX11" fmla="*/ 2852304 w 3678382"/>
                <a:gd name="csY11" fmla="*/ 458 h 1979764"/>
                <a:gd name="csX12" fmla="*/ 3070514 w 3678382"/>
                <a:gd name="csY12" fmla="*/ 1839649 h 1979764"/>
                <a:gd name="csX13" fmla="*/ 3678382 w 3678382"/>
                <a:gd name="csY13" fmla="*/ 1865626 h 1979764"/>
                <a:gd name="csX0" fmla="*/ 0 w 3678382"/>
                <a:gd name="csY0" fmla="*/ 1943558 h 1979764"/>
                <a:gd name="csX1" fmla="*/ 311727 w 3678382"/>
                <a:gd name="csY1" fmla="*/ 1777303 h 1979764"/>
                <a:gd name="csX2" fmla="*/ 368877 w 3678382"/>
                <a:gd name="csY2" fmla="*/ 114758 h 1979764"/>
                <a:gd name="csX3" fmla="*/ 472786 w 3678382"/>
                <a:gd name="csY3" fmla="*/ 1699371 h 1979764"/>
                <a:gd name="csX4" fmla="*/ 722168 w 3678382"/>
                <a:gd name="csY4" fmla="*/ 1829258 h 1979764"/>
                <a:gd name="csX5" fmla="*/ 779318 w 3678382"/>
                <a:gd name="csY5" fmla="*/ 649890 h 1979764"/>
                <a:gd name="csX6" fmla="*/ 852054 w 3678382"/>
                <a:gd name="csY6" fmla="*/ 1751326 h 1979764"/>
                <a:gd name="csX7" fmla="*/ 1620982 w 3678382"/>
                <a:gd name="csY7" fmla="*/ 1720154 h 1979764"/>
                <a:gd name="csX8" fmla="*/ 1771650 w 3678382"/>
                <a:gd name="csY8" fmla="*/ 31630 h 1979764"/>
                <a:gd name="csX9" fmla="*/ 1854777 w 3678382"/>
                <a:gd name="csY9" fmla="*/ 1772108 h 1979764"/>
                <a:gd name="csX10" fmla="*/ 2738004 w 3678382"/>
                <a:gd name="csY10" fmla="*/ 1663003 h 1979764"/>
                <a:gd name="csX11" fmla="*/ 2852304 w 3678382"/>
                <a:gd name="csY11" fmla="*/ 458 h 1979764"/>
                <a:gd name="csX12" fmla="*/ 3070514 w 3678382"/>
                <a:gd name="csY12" fmla="*/ 1839649 h 1979764"/>
                <a:gd name="csX13" fmla="*/ 3678382 w 3678382"/>
                <a:gd name="csY13" fmla="*/ 1865626 h 1979764"/>
                <a:gd name="csX0" fmla="*/ 0 w 3678382"/>
                <a:gd name="csY0" fmla="*/ 1943102 h 2025202"/>
                <a:gd name="csX1" fmla="*/ 311727 w 3678382"/>
                <a:gd name="csY1" fmla="*/ 1776847 h 2025202"/>
                <a:gd name="csX2" fmla="*/ 368877 w 3678382"/>
                <a:gd name="csY2" fmla="*/ 114302 h 2025202"/>
                <a:gd name="csX3" fmla="*/ 472786 w 3678382"/>
                <a:gd name="csY3" fmla="*/ 1698915 h 2025202"/>
                <a:gd name="csX4" fmla="*/ 722168 w 3678382"/>
                <a:gd name="csY4" fmla="*/ 1828802 h 2025202"/>
                <a:gd name="csX5" fmla="*/ 779318 w 3678382"/>
                <a:gd name="csY5" fmla="*/ 649434 h 2025202"/>
                <a:gd name="csX6" fmla="*/ 852054 w 3678382"/>
                <a:gd name="csY6" fmla="*/ 1750870 h 2025202"/>
                <a:gd name="csX7" fmla="*/ 1620982 w 3678382"/>
                <a:gd name="csY7" fmla="*/ 1719698 h 2025202"/>
                <a:gd name="csX8" fmla="*/ 1771650 w 3678382"/>
                <a:gd name="csY8" fmla="*/ 31174 h 2025202"/>
                <a:gd name="csX9" fmla="*/ 1854777 w 3678382"/>
                <a:gd name="csY9" fmla="*/ 1771652 h 2025202"/>
                <a:gd name="csX10" fmla="*/ 2753590 w 3678382"/>
                <a:gd name="csY10" fmla="*/ 1828802 h 2025202"/>
                <a:gd name="csX11" fmla="*/ 2852304 w 3678382"/>
                <a:gd name="csY11" fmla="*/ 2 h 2025202"/>
                <a:gd name="csX12" fmla="*/ 3070514 w 3678382"/>
                <a:gd name="csY12" fmla="*/ 1839193 h 2025202"/>
                <a:gd name="csX13" fmla="*/ 3678382 w 3678382"/>
                <a:gd name="csY13" fmla="*/ 1865170 h 2025202"/>
                <a:gd name="csX0" fmla="*/ 0 w 3678382"/>
                <a:gd name="csY0" fmla="*/ 1943102 h 2025202"/>
                <a:gd name="csX1" fmla="*/ 311727 w 3678382"/>
                <a:gd name="csY1" fmla="*/ 1776847 h 2025202"/>
                <a:gd name="csX2" fmla="*/ 368877 w 3678382"/>
                <a:gd name="csY2" fmla="*/ 114302 h 2025202"/>
                <a:gd name="csX3" fmla="*/ 472786 w 3678382"/>
                <a:gd name="csY3" fmla="*/ 1698915 h 2025202"/>
                <a:gd name="csX4" fmla="*/ 722168 w 3678382"/>
                <a:gd name="csY4" fmla="*/ 1828802 h 2025202"/>
                <a:gd name="csX5" fmla="*/ 779318 w 3678382"/>
                <a:gd name="csY5" fmla="*/ 649434 h 2025202"/>
                <a:gd name="csX6" fmla="*/ 852054 w 3678382"/>
                <a:gd name="csY6" fmla="*/ 1750870 h 2025202"/>
                <a:gd name="csX7" fmla="*/ 1620982 w 3678382"/>
                <a:gd name="csY7" fmla="*/ 1719698 h 2025202"/>
                <a:gd name="csX8" fmla="*/ 1771650 w 3678382"/>
                <a:gd name="csY8" fmla="*/ 31174 h 2025202"/>
                <a:gd name="csX9" fmla="*/ 1854777 w 3678382"/>
                <a:gd name="csY9" fmla="*/ 1771652 h 2025202"/>
                <a:gd name="csX10" fmla="*/ 2753590 w 3678382"/>
                <a:gd name="csY10" fmla="*/ 1828802 h 2025202"/>
                <a:gd name="csX11" fmla="*/ 2852304 w 3678382"/>
                <a:gd name="csY11" fmla="*/ 2 h 2025202"/>
                <a:gd name="csX12" fmla="*/ 3070514 w 3678382"/>
                <a:gd name="csY12" fmla="*/ 1839193 h 2025202"/>
                <a:gd name="csX13" fmla="*/ 3678382 w 3678382"/>
                <a:gd name="csY13" fmla="*/ 1865170 h 2025202"/>
                <a:gd name="csX0" fmla="*/ 0 w 3678382"/>
                <a:gd name="csY0" fmla="*/ 1943102 h 1979308"/>
                <a:gd name="csX1" fmla="*/ 311727 w 3678382"/>
                <a:gd name="csY1" fmla="*/ 1776847 h 1979308"/>
                <a:gd name="csX2" fmla="*/ 368877 w 3678382"/>
                <a:gd name="csY2" fmla="*/ 114302 h 1979308"/>
                <a:gd name="csX3" fmla="*/ 472786 w 3678382"/>
                <a:gd name="csY3" fmla="*/ 1698915 h 1979308"/>
                <a:gd name="csX4" fmla="*/ 722168 w 3678382"/>
                <a:gd name="csY4" fmla="*/ 1828802 h 1979308"/>
                <a:gd name="csX5" fmla="*/ 779318 w 3678382"/>
                <a:gd name="csY5" fmla="*/ 649434 h 1979308"/>
                <a:gd name="csX6" fmla="*/ 852054 w 3678382"/>
                <a:gd name="csY6" fmla="*/ 1750870 h 1979308"/>
                <a:gd name="csX7" fmla="*/ 1620982 w 3678382"/>
                <a:gd name="csY7" fmla="*/ 1719698 h 1979308"/>
                <a:gd name="csX8" fmla="*/ 1771650 w 3678382"/>
                <a:gd name="csY8" fmla="*/ 31174 h 1979308"/>
                <a:gd name="csX9" fmla="*/ 1854777 w 3678382"/>
                <a:gd name="csY9" fmla="*/ 1771652 h 1979308"/>
                <a:gd name="csX10" fmla="*/ 2753590 w 3678382"/>
                <a:gd name="csY10" fmla="*/ 1828802 h 1979308"/>
                <a:gd name="csX11" fmla="*/ 2852304 w 3678382"/>
                <a:gd name="csY11" fmla="*/ 2 h 1979308"/>
                <a:gd name="csX12" fmla="*/ 3070514 w 3678382"/>
                <a:gd name="csY12" fmla="*/ 1839193 h 1979308"/>
                <a:gd name="csX13" fmla="*/ 3678382 w 3678382"/>
                <a:gd name="csY13" fmla="*/ 1865170 h 1979308"/>
                <a:gd name="csX0" fmla="*/ 0 w 3678382"/>
                <a:gd name="csY0" fmla="*/ 1943102 h 2025202"/>
                <a:gd name="csX1" fmla="*/ 311727 w 3678382"/>
                <a:gd name="csY1" fmla="*/ 1776847 h 2025202"/>
                <a:gd name="csX2" fmla="*/ 368877 w 3678382"/>
                <a:gd name="csY2" fmla="*/ 114302 h 2025202"/>
                <a:gd name="csX3" fmla="*/ 472786 w 3678382"/>
                <a:gd name="csY3" fmla="*/ 1698915 h 2025202"/>
                <a:gd name="csX4" fmla="*/ 722168 w 3678382"/>
                <a:gd name="csY4" fmla="*/ 1828802 h 2025202"/>
                <a:gd name="csX5" fmla="*/ 779318 w 3678382"/>
                <a:gd name="csY5" fmla="*/ 649434 h 2025202"/>
                <a:gd name="csX6" fmla="*/ 852054 w 3678382"/>
                <a:gd name="csY6" fmla="*/ 1750870 h 2025202"/>
                <a:gd name="csX7" fmla="*/ 1620982 w 3678382"/>
                <a:gd name="csY7" fmla="*/ 1719698 h 2025202"/>
                <a:gd name="csX8" fmla="*/ 1771650 w 3678382"/>
                <a:gd name="csY8" fmla="*/ 31174 h 2025202"/>
                <a:gd name="csX9" fmla="*/ 1828800 w 3678382"/>
                <a:gd name="csY9" fmla="*/ 1771652 h 2025202"/>
                <a:gd name="csX10" fmla="*/ 2753590 w 3678382"/>
                <a:gd name="csY10" fmla="*/ 1828802 h 2025202"/>
                <a:gd name="csX11" fmla="*/ 2852304 w 3678382"/>
                <a:gd name="csY11" fmla="*/ 2 h 2025202"/>
                <a:gd name="csX12" fmla="*/ 3070514 w 3678382"/>
                <a:gd name="csY12" fmla="*/ 1839193 h 2025202"/>
                <a:gd name="csX13" fmla="*/ 3678382 w 3678382"/>
                <a:gd name="csY13" fmla="*/ 1865170 h 2025202"/>
                <a:gd name="csX0" fmla="*/ 0 w 3678382"/>
                <a:gd name="csY0" fmla="*/ 1943102 h 2025202"/>
                <a:gd name="csX1" fmla="*/ 311727 w 3678382"/>
                <a:gd name="csY1" fmla="*/ 1776847 h 2025202"/>
                <a:gd name="csX2" fmla="*/ 368877 w 3678382"/>
                <a:gd name="csY2" fmla="*/ 114302 h 2025202"/>
                <a:gd name="csX3" fmla="*/ 472786 w 3678382"/>
                <a:gd name="csY3" fmla="*/ 1698915 h 2025202"/>
                <a:gd name="csX4" fmla="*/ 722168 w 3678382"/>
                <a:gd name="csY4" fmla="*/ 1828802 h 2025202"/>
                <a:gd name="csX5" fmla="*/ 779318 w 3678382"/>
                <a:gd name="csY5" fmla="*/ 649434 h 2025202"/>
                <a:gd name="csX6" fmla="*/ 852054 w 3678382"/>
                <a:gd name="csY6" fmla="*/ 1750870 h 2025202"/>
                <a:gd name="csX7" fmla="*/ 1620982 w 3678382"/>
                <a:gd name="csY7" fmla="*/ 1719698 h 2025202"/>
                <a:gd name="csX8" fmla="*/ 1771650 w 3678382"/>
                <a:gd name="csY8" fmla="*/ 31174 h 2025202"/>
                <a:gd name="csX9" fmla="*/ 1828800 w 3678382"/>
                <a:gd name="csY9" fmla="*/ 1771652 h 2025202"/>
                <a:gd name="csX10" fmla="*/ 2753590 w 3678382"/>
                <a:gd name="csY10" fmla="*/ 1828802 h 2025202"/>
                <a:gd name="csX11" fmla="*/ 2852304 w 3678382"/>
                <a:gd name="csY11" fmla="*/ 2 h 2025202"/>
                <a:gd name="csX12" fmla="*/ 3070514 w 3678382"/>
                <a:gd name="csY12" fmla="*/ 1839193 h 2025202"/>
                <a:gd name="csX13" fmla="*/ 3678382 w 3678382"/>
                <a:gd name="csY13" fmla="*/ 1865170 h 2025202"/>
                <a:gd name="csX0" fmla="*/ 0 w 3678382"/>
                <a:gd name="csY0" fmla="*/ 1943102 h 1979308"/>
                <a:gd name="csX1" fmla="*/ 311727 w 3678382"/>
                <a:gd name="csY1" fmla="*/ 1776847 h 1979308"/>
                <a:gd name="csX2" fmla="*/ 368877 w 3678382"/>
                <a:gd name="csY2" fmla="*/ 114302 h 1979308"/>
                <a:gd name="csX3" fmla="*/ 472786 w 3678382"/>
                <a:gd name="csY3" fmla="*/ 1698915 h 1979308"/>
                <a:gd name="csX4" fmla="*/ 722168 w 3678382"/>
                <a:gd name="csY4" fmla="*/ 1828802 h 1979308"/>
                <a:gd name="csX5" fmla="*/ 779318 w 3678382"/>
                <a:gd name="csY5" fmla="*/ 649434 h 1979308"/>
                <a:gd name="csX6" fmla="*/ 852054 w 3678382"/>
                <a:gd name="csY6" fmla="*/ 1750870 h 1979308"/>
                <a:gd name="csX7" fmla="*/ 1620982 w 3678382"/>
                <a:gd name="csY7" fmla="*/ 1719698 h 1979308"/>
                <a:gd name="csX8" fmla="*/ 1771650 w 3678382"/>
                <a:gd name="csY8" fmla="*/ 31174 h 1979308"/>
                <a:gd name="csX9" fmla="*/ 1828800 w 3678382"/>
                <a:gd name="csY9" fmla="*/ 1771652 h 1979308"/>
                <a:gd name="csX10" fmla="*/ 2753590 w 3678382"/>
                <a:gd name="csY10" fmla="*/ 1828802 h 1979308"/>
                <a:gd name="csX11" fmla="*/ 2852304 w 3678382"/>
                <a:gd name="csY11" fmla="*/ 2 h 1979308"/>
                <a:gd name="csX12" fmla="*/ 3070514 w 3678382"/>
                <a:gd name="csY12" fmla="*/ 1839193 h 1979308"/>
                <a:gd name="csX13" fmla="*/ 3678382 w 3678382"/>
                <a:gd name="csY13" fmla="*/ 1865170 h 1979308"/>
                <a:gd name="csX0" fmla="*/ 0 w 3678382"/>
                <a:gd name="csY0" fmla="*/ 1943102 h 1979308"/>
                <a:gd name="csX1" fmla="*/ 311727 w 3678382"/>
                <a:gd name="csY1" fmla="*/ 1776847 h 1979308"/>
                <a:gd name="csX2" fmla="*/ 368877 w 3678382"/>
                <a:gd name="csY2" fmla="*/ 114302 h 1979308"/>
                <a:gd name="csX3" fmla="*/ 472786 w 3678382"/>
                <a:gd name="csY3" fmla="*/ 1698915 h 1979308"/>
                <a:gd name="csX4" fmla="*/ 722168 w 3678382"/>
                <a:gd name="csY4" fmla="*/ 1828802 h 1979308"/>
                <a:gd name="csX5" fmla="*/ 779318 w 3678382"/>
                <a:gd name="csY5" fmla="*/ 649434 h 1979308"/>
                <a:gd name="csX6" fmla="*/ 852054 w 3678382"/>
                <a:gd name="csY6" fmla="*/ 1750870 h 1979308"/>
                <a:gd name="csX7" fmla="*/ 1620982 w 3678382"/>
                <a:gd name="csY7" fmla="*/ 1719698 h 1979308"/>
                <a:gd name="csX8" fmla="*/ 1771650 w 3678382"/>
                <a:gd name="csY8" fmla="*/ 31174 h 1979308"/>
                <a:gd name="csX9" fmla="*/ 1963882 w 3678382"/>
                <a:gd name="csY9" fmla="*/ 1724893 h 1979308"/>
                <a:gd name="csX10" fmla="*/ 2753590 w 3678382"/>
                <a:gd name="csY10" fmla="*/ 1828802 h 1979308"/>
                <a:gd name="csX11" fmla="*/ 2852304 w 3678382"/>
                <a:gd name="csY11" fmla="*/ 2 h 1979308"/>
                <a:gd name="csX12" fmla="*/ 3070514 w 3678382"/>
                <a:gd name="csY12" fmla="*/ 1839193 h 1979308"/>
                <a:gd name="csX13" fmla="*/ 3678382 w 3678382"/>
                <a:gd name="csY13" fmla="*/ 1865170 h 1979308"/>
                <a:gd name="csX0" fmla="*/ 0 w 3678382"/>
                <a:gd name="csY0" fmla="*/ 1943137 h 1979343"/>
                <a:gd name="csX1" fmla="*/ 311727 w 3678382"/>
                <a:gd name="csY1" fmla="*/ 1776882 h 1979343"/>
                <a:gd name="csX2" fmla="*/ 368877 w 3678382"/>
                <a:gd name="csY2" fmla="*/ 114337 h 1979343"/>
                <a:gd name="csX3" fmla="*/ 472786 w 3678382"/>
                <a:gd name="csY3" fmla="*/ 1698950 h 1979343"/>
                <a:gd name="csX4" fmla="*/ 722168 w 3678382"/>
                <a:gd name="csY4" fmla="*/ 1828837 h 1979343"/>
                <a:gd name="csX5" fmla="*/ 779318 w 3678382"/>
                <a:gd name="csY5" fmla="*/ 649469 h 1979343"/>
                <a:gd name="csX6" fmla="*/ 852054 w 3678382"/>
                <a:gd name="csY6" fmla="*/ 1750905 h 1979343"/>
                <a:gd name="csX7" fmla="*/ 1620982 w 3678382"/>
                <a:gd name="csY7" fmla="*/ 1719733 h 1979343"/>
                <a:gd name="csX8" fmla="*/ 1771650 w 3678382"/>
                <a:gd name="csY8" fmla="*/ 31209 h 1979343"/>
                <a:gd name="csX9" fmla="*/ 1963882 w 3678382"/>
                <a:gd name="csY9" fmla="*/ 1724928 h 1979343"/>
                <a:gd name="csX10" fmla="*/ 2732809 w 3678382"/>
                <a:gd name="csY10" fmla="*/ 1787273 h 1979343"/>
                <a:gd name="csX11" fmla="*/ 2852304 w 3678382"/>
                <a:gd name="csY11" fmla="*/ 37 h 1979343"/>
                <a:gd name="csX12" fmla="*/ 3070514 w 3678382"/>
                <a:gd name="csY12" fmla="*/ 1839228 h 1979343"/>
                <a:gd name="csX13" fmla="*/ 3678382 w 3678382"/>
                <a:gd name="csY13" fmla="*/ 1865205 h 1979343"/>
                <a:gd name="csX0" fmla="*/ 0 w 3678382"/>
                <a:gd name="csY0" fmla="*/ 1943137 h 1979343"/>
                <a:gd name="csX1" fmla="*/ 311727 w 3678382"/>
                <a:gd name="csY1" fmla="*/ 1776882 h 1979343"/>
                <a:gd name="csX2" fmla="*/ 368877 w 3678382"/>
                <a:gd name="csY2" fmla="*/ 114337 h 1979343"/>
                <a:gd name="csX3" fmla="*/ 472786 w 3678382"/>
                <a:gd name="csY3" fmla="*/ 1698950 h 1979343"/>
                <a:gd name="csX4" fmla="*/ 722168 w 3678382"/>
                <a:gd name="csY4" fmla="*/ 1828837 h 1979343"/>
                <a:gd name="csX5" fmla="*/ 779318 w 3678382"/>
                <a:gd name="csY5" fmla="*/ 649469 h 1979343"/>
                <a:gd name="csX6" fmla="*/ 852054 w 3678382"/>
                <a:gd name="csY6" fmla="*/ 1750905 h 1979343"/>
                <a:gd name="csX7" fmla="*/ 1620982 w 3678382"/>
                <a:gd name="csY7" fmla="*/ 1719733 h 1979343"/>
                <a:gd name="csX8" fmla="*/ 1771650 w 3678382"/>
                <a:gd name="csY8" fmla="*/ 31209 h 1979343"/>
                <a:gd name="csX9" fmla="*/ 1963882 w 3678382"/>
                <a:gd name="csY9" fmla="*/ 1724928 h 1979343"/>
                <a:gd name="csX10" fmla="*/ 2732809 w 3678382"/>
                <a:gd name="csY10" fmla="*/ 1787273 h 1979343"/>
                <a:gd name="csX11" fmla="*/ 2852304 w 3678382"/>
                <a:gd name="csY11" fmla="*/ 37 h 1979343"/>
                <a:gd name="csX12" fmla="*/ 3070514 w 3678382"/>
                <a:gd name="csY12" fmla="*/ 1839228 h 1979343"/>
                <a:gd name="csX13" fmla="*/ 3678382 w 3678382"/>
                <a:gd name="csY13" fmla="*/ 1865205 h 1979343"/>
                <a:gd name="csX0" fmla="*/ 0 w 3678382"/>
                <a:gd name="csY0" fmla="*/ 1943136 h 1979342"/>
                <a:gd name="csX1" fmla="*/ 311727 w 3678382"/>
                <a:gd name="csY1" fmla="*/ 1776881 h 1979342"/>
                <a:gd name="csX2" fmla="*/ 368877 w 3678382"/>
                <a:gd name="csY2" fmla="*/ 114336 h 1979342"/>
                <a:gd name="csX3" fmla="*/ 472786 w 3678382"/>
                <a:gd name="csY3" fmla="*/ 1698949 h 1979342"/>
                <a:gd name="csX4" fmla="*/ 722168 w 3678382"/>
                <a:gd name="csY4" fmla="*/ 1828836 h 1979342"/>
                <a:gd name="csX5" fmla="*/ 779318 w 3678382"/>
                <a:gd name="csY5" fmla="*/ 649468 h 1979342"/>
                <a:gd name="csX6" fmla="*/ 852054 w 3678382"/>
                <a:gd name="csY6" fmla="*/ 1750904 h 1979342"/>
                <a:gd name="csX7" fmla="*/ 1620982 w 3678382"/>
                <a:gd name="csY7" fmla="*/ 1719732 h 1979342"/>
                <a:gd name="csX8" fmla="*/ 1771650 w 3678382"/>
                <a:gd name="csY8" fmla="*/ 31208 h 1979342"/>
                <a:gd name="csX9" fmla="*/ 1963882 w 3678382"/>
                <a:gd name="csY9" fmla="*/ 1724927 h 1979342"/>
                <a:gd name="csX10" fmla="*/ 2732809 w 3678382"/>
                <a:gd name="csY10" fmla="*/ 1787272 h 1979342"/>
                <a:gd name="csX11" fmla="*/ 2852304 w 3678382"/>
                <a:gd name="csY11" fmla="*/ 36 h 1979342"/>
                <a:gd name="csX12" fmla="*/ 3070514 w 3678382"/>
                <a:gd name="csY12" fmla="*/ 1839227 h 1979342"/>
                <a:gd name="csX13" fmla="*/ 3678382 w 3678382"/>
                <a:gd name="csY13" fmla="*/ 1865204 h 1979342"/>
                <a:gd name="csX0" fmla="*/ 0 w 3678382"/>
                <a:gd name="csY0" fmla="*/ 1943133 h 1979339"/>
                <a:gd name="csX1" fmla="*/ 311727 w 3678382"/>
                <a:gd name="csY1" fmla="*/ 1776878 h 1979339"/>
                <a:gd name="csX2" fmla="*/ 368877 w 3678382"/>
                <a:gd name="csY2" fmla="*/ 114333 h 1979339"/>
                <a:gd name="csX3" fmla="*/ 472786 w 3678382"/>
                <a:gd name="csY3" fmla="*/ 1698946 h 1979339"/>
                <a:gd name="csX4" fmla="*/ 722168 w 3678382"/>
                <a:gd name="csY4" fmla="*/ 1828833 h 1979339"/>
                <a:gd name="csX5" fmla="*/ 779318 w 3678382"/>
                <a:gd name="csY5" fmla="*/ 649465 h 1979339"/>
                <a:gd name="csX6" fmla="*/ 852054 w 3678382"/>
                <a:gd name="csY6" fmla="*/ 1750901 h 1979339"/>
                <a:gd name="csX7" fmla="*/ 1620982 w 3678382"/>
                <a:gd name="csY7" fmla="*/ 1719729 h 1979339"/>
                <a:gd name="csX8" fmla="*/ 1771650 w 3678382"/>
                <a:gd name="csY8" fmla="*/ 31205 h 1979339"/>
                <a:gd name="csX9" fmla="*/ 1963882 w 3678382"/>
                <a:gd name="csY9" fmla="*/ 1724924 h 1979339"/>
                <a:gd name="csX10" fmla="*/ 2732809 w 3678382"/>
                <a:gd name="csY10" fmla="*/ 1787269 h 1979339"/>
                <a:gd name="csX11" fmla="*/ 2852304 w 3678382"/>
                <a:gd name="csY11" fmla="*/ 33 h 1979339"/>
                <a:gd name="csX12" fmla="*/ 3070514 w 3678382"/>
                <a:gd name="csY12" fmla="*/ 1839224 h 1979339"/>
                <a:gd name="csX13" fmla="*/ 3678382 w 3678382"/>
                <a:gd name="csY13" fmla="*/ 1865201 h 1979339"/>
                <a:gd name="csX0" fmla="*/ 0 w 3678382"/>
                <a:gd name="csY0" fmla="*/ 1943133 h 1979339"/>
                <a:gd name="csX1" fmla="*/ 311727 w 3678382"/>
                <a:gd name="csY1" fmla="*/ 1776878 h 1979339"/>
                <a:gd name="csX2" fmla="*/ 368877 w 3678382"/>
                <a:gd name="csY2" fmla="*/ 114333 h 1979339"/>
                <a:gd name="csX3" fmla="*/ 472786 w 3678382"/>
                <a:gd name="csY3" fmla="*/ 1698946 h 1979339"/>
                <a:gd name="csX4" fmla="*/ 722168 w 3678382"/>
                <a:gd name="csY4" fmla="*/ 1828833 h 1979339"/>
                <a:gd name="csX5" fmla="*/ 779318 w 3678382"/>
                <a:gd name="csY5" fmla="*/ 649465 h 1979339"/>
                <a:gd name="csX6" fmla="*/ 852054 w 3678382"/>
                <a:gd name="csY6" fmla="*/ 1750901 h 1979339"/>
                <a:gd name="csX7" fmla="*/ 1620982 w 3678382"/>
                <a:gd name="csY7" fmla="*/ 1719729 h 1979339"/>
                <a:gd name="csX8" fmla="*/ 1771650 w 3678382"/>
                <a:gd name="csY8" fmla="*/ 31205 h 1979339"/>
                <a:gd name="csX9" fmla="*/ 1963882 w 3678382"/>
                <a:gd name="csY9" fmla="*/ 1724924 h 1979339"/>
                <a:gd name="csX10" fmla="*/ 2732809 w 3678382"/>
                <a:gd name="csY10" fmla="*/ 1787269 h 1979339"/>
                <a:gd name="csX11" fmla="*/ 2852304 w 3678382"/>
                <a:gd name="csY11" fmla="*/ 33 h 1979339"/>
                <a:gd name="csX12" fmla="*/ 3070514 w 3678382"/>
                <a:gd name="csY12" fmla="*/ 1839224 h 1979339"/>
                <a:gd name="csX13" fmla="*/ 3678382 w 3678382"/>
                <a:gd name="csY13" fmla="*/ 1865201 h 1979339"/>
                <a:gd name="csX0" fmla="*/ 0 w 3678382"/>
                <a:gd name="csY0" fmla="*/ 1943133 h 1979339"/>
                <a:gd name="csX1" fmla="*/ 311727 w 3678382"/>
                <a:gd name="csY1" fmla="*/ 1776878 h 1979339"/>
                <a:gd name="csX2" fmla="*/ 368877 w 3678382"/>
                <a:gd name="csY2" fmla="*/ 114333 h 1979339"/>
                <a:gd name="csX3" fmla="*/ 472786 w 3678382"/>
                <a:gd name="csY3" fmla="*/ 1698946 h 1979339"/>
                <a:gd name="csX4" fmla="*/ 722168 w 3678382"/>
                <a:gd name="csY4" fmla="*/ 1828833 h 1979339"/>
                <a:gd name="csX5" fmla="*/ 779318 w 3678382"/>
                <a:gd name="csY5" fmla="*/ 649465 h 1979339"/>
                <a:gd name="csX6" fmla="*/ 852054 w 3678382"/>
                <a:gd name="csY6" fmla="*/ 1750901 h 1979339"/>
                <a:gd name="csX7" fmla="*/ 1620982 w 3678382"/>
                <a:gd name="csY7" fmla="*/ 1719729 h 1979339"/>
                <a:gd name="csX8" fmla="*/ 1771650 w 3678382"/>
                <a:gd name="csY8" fmla="*/ 31205 h 1979339"/>
                <a:gd name="csX9" fmla="*/ 1963882 w 3678382"/>
                <a:gd name="csY9" fmla="*/ 1724924 h 1979339"/>
                <a:gd name="csX10" fmla="*/ 2732809 w 3678382"/>
                <a:gd name="csY10" fmla="*/ 1787269 h 1979339"/>
                <a:gd name="csX11" fmla="*/ 2852304 w 3678382"/>
                <a:gd name="csY11" fmla="*/ 33 h 1979339"/>
                <a:gd name="csX12" fmla="*/ 3070514 w 3678382"/>
                <a:gd name="csY12" fmla="*/ 1839224 h 1979339"/>
                <a:gd name="csX13" fmla="*/ 3678382 w 3678382"/>
                <a:gd name="csY13" fmla="*/ 1865201 h 1979339"/>
                <a:gd name="csX0" fmla="*/ 0 w 3678382"/>
                <a:gd name="csY0" fmla="*/ 1943133 h 1979339"/>
                <a:gd name="csX1" fmla="*/ 311727 w 3678382"/>
                <a:gd name="csY1" fmla="*/ 1776878 h 1979339"/>
                <a:gd name="csX2" fmla="*/ 368877 w 3678382"/>
                <a:gd name="csY2" fmla="*/ 114333 h 1979339"/>
                <a:gd name="csX3" fmla="*/ 472786 w 3678382"/>
                <a:gd name="csY3" fmla="*/ 1698946 h 1979339"/>
                <a:gd name="csX4" fmla="*/ 722168 w 3678382"/>
                <a:gd name="csY4" fmla="*/ 1828833 h 1979339"/>
                <a:gd name="csX5" fmla="*/ 779318 w 3678382"/>
                <a:gd name="csY5" fmla="*/ 649465 h 1979339"/>
                <a:gd name="csX6" fmla="*/ 852054 w 3678382"/>
                <a:gd name="csY6" fmla="*/ 1750901 h 1979339"/>
                <a:gd name="csX7" fmla="*/ 1620982 w 3678382"/>
                <a:gd name="csY7" fmla="*/ 1719729 h 1979339"/>
                <a:gd name="csX8" fmla="*/ 1771650 w 3678382"/>
                <a:gd name="csY8" fmla="*/ 31205 h 1979339"/>
                <a:gd name="csX9" fmla="*/ 1963882 w 3678382"/>
                <a:gd name="csY9" fmla="*/ 1724924 h 1979339"/>
                <a:gd name="csX10" fmla="*/ 2732809 w 3678382"/>
                <a:gd name="csY10" fmla="*/ 1787269 h 1979339"/>
                <a:gd name="csX11" fmla="*/ 2852304 w 3678382"/>
                <a:gd name="csY11" fmla="*/ 33 h 1979339"/>
                <a:gd name="csX12" fmla="*/ 3070514 w 3678382"/>
                <a:gd name="csY12" fmla="*/ 1839224 h 1979339"/>
                <a:gd name="csX13" fmla="*/ 3678382 w 3678382"/>
                <a:gd name="csY13" fmla="*/ 1865201 h 1979339"/>
                <a:gd name="csX0" fmla="*/ 0 w 3678382"/>
                <a:gd name="csY0" fmla="*/ 1943133 h 1979339"/>
                <a:gd name="csX1" fmla="*/ 311727 w 3678382"/>
                <a:gd name="csY1" fmla="*/ 1776878 h 1979339"/>
                <a:gd name="csX2" fmla="*/ 368877 w 3678382"/>
                <a:gd name="csY2" fmla="*/ 114333 h 1979339"/>
                <a:gd name="csX3" fmla="*/ 472786 w 3678382"/>
                <a:gd name="csY3" fmla="*/ 1698946 h 1979339"/>
                <a:gd name="csX4" fmla="*/ 722168 w 3678382"/>
                <a:gd name="csY4" fmla="*/ 1828833 h 1979339"/>
                <a:gd name="csX5" fmla="*/ 779318 w 3678382"/>
                <a:gd name="csY5" fmla="*/ 649465 h 1979339"/>
                <a:gd name="csX6" fmla="*/ 852054 w 3678382"/>
                <a:gd name="csY6" fmla="*/ 1750901 h 1979339"/>
                <a:gd name="csX7" fmla="*/ 1620982 w 3678382"/>
                <a:gd name="csY7" fmla="*/ 1719729 h 1979339"/>
                <a:gd name="csX8" fmla="*/ 1771650 w 3678382"/>
                <a:gd name="csY8" fmla="*/ 31205 h 1979339"/>
                <a:gd name="csX9" fmla="*/ 1963882 w 3678382"/>
                <a:gd name="csY9" fmla="*/ 1724924 h 1979339"/>
                <a:gd name="csX10" fmla="*/ 2732809 w 3678382"/>
                <a:gd name="csY10" fmla="*/ 1787269 h 1979339"/>
                <a:gd name="csX11" fmla="*/ 2852304 w 3678382"/>
                <a:gd name="csY11" fmla="*/ 33 h 1979339"/>
                <a:gd name="csX12" fmla="*/ 3070514 w 3678382"/>
                <a:gd name="csY12" fmla="*/ 1839224 h 1979339"/>
                <a:gd name="csX13" fmla="*/ 3678382 w 3678382"/>
                <a:gd name="csY13" fmla="*/ 1865201 h 1979339"/>
                <a:gd name="csX0" fmla="*/ 0 w 3678382"/>
                <a:gd name="csY0" fmla="*/ 1943121 h 1979327"/>
                <a:gd name="csX1" fmla="*/ 311727 w 3678382"/>
                <a:gd name="csY1" fmla="*/ 1776866 h 1979327"/>
                <a:gd name="csX2" fmla="*/ 368877 w 3678382"/>
                <a:gd name="csY2" fmla="*/ 114321 h 1979327"/>
                <a:gd name="csX3" fmla="*/ 472786 w 3678382"/>
                <a:gd name="csY3" fmla="*/ 1698934 h 1979327"/>
                <a:gd name="csX4" fmla="*/ 722168 w 3678382"/>
                <a:gd name="csY4" fmla="*/ 1828821 h 1979327"/>
                <a:gd name="csX5" fmla="*/ 779318 w 3678382"/>
                <a:gd name="csY5" fmla="*/ 649453 h 1979327"/>
                <a:gd name="csX6" fmla="*/ 852054 w 3678382"/>
                <a:gd name="csY6" fmla="*/ 1750889 h 1979327"/>
                <a:gd name="csX7" fmla="*/ 1620982 w 3678382"/>
                <a:gd name="csY7" fmla="*/ 1719717 h 1979327"/>
                <a:gd name="csX8" fmla="*/ 1771650 w 3678382"/>
                <a:gd name="csY8" fmla="*/ 31193 h 1979327"/>
                <a:gd name="csX9" fmla="*/ 1963882 w 3678382"/>
                <a:gd name="csY9" fmla="*/ 1724912 h 1979327"/>
                <a:gd name="csX10" fmla="*/ 2732809 w 3678382"/>
                <a:gd name="csY10" fmla="*/ 1787257 h 1979327"/>
                <a:gd name="csX11" fmla="*/ 2852304 w 3678382"/>
                <a:gd name="csY11" fmla="*/ 21 h 1979327"/>
                <a:gd name="csX12" fmla="*/ 3070514 w 3678382"/>
                <a:gd name="csY12" fmla="*/ 1839212 h 1979327"/>
                <a:gd name="csX13" fmla="*/ 3678382 w 3678382"/>
                <a:gd name="csY13" fmla="*/ 1865189 h 1979327"/>
                <a:gd name="csX0" fmla="*/ 0 w 3678382"/>
                <a:gd name="csY0" fmla="*/ 1943121 h 1979327"/>
                <a:gd name="csX1" fmla="*/ 311727 w 3678382"/>
                <a:gd name="csY1" fmla="*/ 1776866 h 1979327"/>
                <a:gd name="csX2" fmla="*/ 368877 w 3678382"/>
                <a:gd name="csY2" fmla="*/ 114321 h 1979327"/>
                <a:gd name="csX3" fmla="*/ 472786 w 3678382"/>
                <a:gd name="csY3" fmla="*/ 1698934 h 1979327"/>
                <a:gd name="csX4" fmla="*/ 722168 w 3678382"/>
                <a:gd name="csY4" fmla="*/ 1828821 h 1979327"/>
                <a:gd name="csX5" fmla="*/ 779318 w 3678382"/>
                <a:gd name="csY5" fmla="*/ 649453 h 1979327"/>
                <a:gd name="csX6" fmla="*/ 888422 w 3678382"/>
                <a:gd name="csY6" fmla="*/ 1745693 h 1979327"/>
                <a:gd name="csX7" fmla="*/ 1620982 w 3678382"/>
                <a:gd name="csY7" fmla="*/ 1719717 h 1979327"/>
                <a:gd name="csX8" fmla="*/ 1771650 w 3678382"/>
                <a:gd name="csY8" fmla="*/ 31193 h 1979327"/>
                <a:gd name="csX9" fmla="*/ 1963882 w 3678382"/>
                <a:gd name="csY9" fmla="*/ 1724912 h 1979327"/>
                <a:gd name="csX10" fmla="*/ 2732809 w 3678382"/>
                <a:gd name="csY10" fmla="*/ 1787257 h 1979327"/>
                <a:gd name="csX11" fmla="*/ 2852304 w 3678382"/>
                <a:gd name="csY11" fmla="*/ 21 h 1979327"/>
                <a:gd name="csX12" fmla="*/ 3070514 w 3678382"/>
                <a:gd name="csY12" fmla="*/ 1839212 h 1979327"/>
                <a:gd name="csX13" fmla="*/ 3678382 w 3678382"/>
                <a:gd name="csY13" fmla="*/ 1865189 h 1979327"/>
                <a:gd name="csX0" fmla="*/ 0 w 3678382"/>
                <a:gd name="csY0" fmla="*/ 1943121 h 1979327"/>
                <a:gd name="csX1" fmla="*/ 311727 w 3678382"/>
                <a:gd name="csY1" fmla="*/ 1776866 h 1979327"/>
                <a:gd name="csX2" fmla="*/ 368877 w 3678382"/>
                <a:gd name="csY2" fmla="*/ 114321 h 1979327"/>
                <a:gd name="csX3" fmla="*/ 472786 w 3678382"/>
                <a:gd name="csY3" fmla="*/ 1698934 h 1979327"/>
                <a:gd name="csX4" fmla="*/ 722168 w 3678382"/>
                <a:gd name="csY4" fmla="*/ 1828821 h 1979327"/>
                <a:gd name="csX5" fmla="*/ 779318 w 3678382"/>
                <a:gd name="csY5" fmla="*/ 649453 h 1979327"/>
                <a:gd name="csX6" fmla="*/ 888422 w 3678382"/>
                <a:gd name="csY6" fmla="*/ 1745693 h 1979327"/>
                <a:gd name="csX7" fmla="*/ 1620982 w 3678382"/>
                <a:gd name="csY7" fmla="*/ 1719717 h 1979327"/>
                <a:gd name="csX8" fmla="*/ 1771650 w 3678382"/>
                <a:gd name="csY8" fmla="*/ 31193 h 1979327"/>
                <a:gd name="csX9" fmla="*/ 1963882 w 3678382"/>
                <a:gd name="csY9" fmla="*/ 1724912 h 1979327"/>
                <a:gd name="csX10" fmla="*/ 2732809 w 3678382"/>
                <a:gd name="csY10" fmla="*/ 1787257 h 1979327"/>
                <a:gd name="csX11" fmla="*/ 2852304 w 3678382"/>
                <a:gd name="csY11" fmla="*/ 21 h 1979327"/>
                <a:gd name="csX12" fmla="*/ 3070514 w 3678382"/>
                <a:gd name="csY12" fmla="*/ 1839212 h 1979327"/>
                <a:gd name="csX13" fmla="*/ 3678382 w 3678382"/>
                <a:gd name="csY13" fmla="*/ 1865189 h 1979327"/>
                <a:gd name="csX0" fmla="*/ 0 w 3678382"/>
                <a:gd name="csY0" fmla="*/ 1943121 h 1979327"/>
                <a:gd name="csX1" fmla="*/ 311727 w 3678382"/>
                <a:gd name="csY1" fmla="*/ 1776866 h 1979327"/>
                <a:gd name="csX2" fmla="*/ 368877 w 3678382"/>
                <a:gd name="csY2" fmla="*/ 114321 h 1979327"/>
                <a:gd name="csX3" fmla="*/ 472786 w 3678382"/>
                <a:gd name="csY3" fmla="*/ 1698934 h 1979327"/>
                <a:gd name="csX4" fmla="*/ 722168 w 3678382"/>
                <a:gd name="csY4" fmla="*/ 1828821 h 1979327"/>
                <a:gd name="csX5" fmla="*/ 779318 w 3678382"/>
                <a:gd name="csY5" fmla="*/ 649453 h 1979327"/>
                <a:gd name="csX6" fmla="*/ 888422 w 3678382"/>
                <a:gd name="csY6" fmla="*/ 1745693 h 1979327"/>
                <a:gd name="csX7" fmla="*/ 1620982 w 3678382"/>
                <a:gd name="csY7" fmla="*/ 1719717 h 1979327"/>
                <a:gd name="csX8" fmla="*/ 1771650 w 3678382"/>
                <a:gd name="csY8" fmla="*/ 31193 h 1979327"/>
                <a:gd name="csX9" fmla="*/ 1963882 w 3678382"/>
                <a:gd name="csY9" fmla="*/ 1724912 h 1979327"/>
                <a:gd name="csX10" fmla="*/ 2732809 w 3678382"/>
                <a:gd name="csY10" fmla="*/ 1787257 h 1979327"/>
                <a:gd name="csX11" fmla="*/ 2852304 w 3678382"/>
                <a:gd name="csY11" fmla="*/ 21 h 1979327"/>
                <a:gd name="csX12" fmla="*/ 3070514 w 3678382"/>
                <a:gd name="csY12" fmla="*/ 1839212 h 1979327"/>
                <a:gd name="csX13" fmla="*/ 3678382 w 3678382"/>
                <a:gd name="csY13" fmla="*/ 1865189 h 1979327"/>
                <a:gd name="csX0" fmla="*/ 0 w 3678382"/>
                <a:gd name="csY0" fmla="*/ 1943121 h 1979327"/>
                <a:gd name="csX1" fmla="*/ 311727 w 3678382"/>
                <a:gd name="csY1" fmla="*/ 1776866 h 1979327"/>
                <a:gd name="csX2" fmla="*/ 368877 w 3678382"/>
                <a:gd name="csY2" fmla="*/ 114321 h 1979327"/>
                <a:gd name="csX3" fmla="*/ 472786 w 3678382"/>
                <a:gd name="csY3" fmla="*/ 1698934 h 1979327"/>
                <a:gd name="csX4" fmla="*/ 722168 w 3678382"/>
                <a:gd name="csY4" fmla="*/ 1828821 h 1979327"/>
                <a:gd name="csX5" fmla="*/ 779318 w 3678382"/>
                <a:gd name="csY5" fmla="*/ 649453 h 1979327"/>
                <a:gd name="csX6" fmla="*/ 888422 w 3678382"/>
                <a:gd name="csY6" fmla="*/ 1745693 h 1979327"/>
                <a:gd name="csX7" fmla="*/ 1620982 w 3678382"/>
                <a:gd name="csY7" fmla="*/ 1719717 h 1979327"/>
                <a:gd name="csX8" fmla="*/ 1771650 w 3678382"/>
                <a:gd name="csY8" fmla="*/ 31193 h 1979327"/>
                <a:gd name="csX9" fmla="*/ 1963882 w 3678382"/>
                <a:gd name="csY9" fmla="*/ 1724912 h 1979327"/>
                <a:gd name="csX10" fmla="*/ 2732809 w 3678382"/>
                <a:gd name="csY10" fmla="*/ 1787257 h 1979327"/>
                <a:gd name="csX11" fmla="*/ 2852304 w 3678382"/>
                <a:gd name="csY11" fmla="*/ 21 h 1979327"/>
                <a:gd name="csX12" fmla="*/ 3070514 w 3678382"/>
                <a:gd name="csY12" fmla="*/ 1839212 h 1979327"/>
                <a:gd name="csX13" fmla="*/ 3678382 w 3678382"/>
                <a:gd name="csY13" fmla="*/ 1865189 h 1979327"/>
                <a:gd name="csX0" fmla="*/ 0 w 3678382"/>
                <a:gd name="csY0" fmla="*/ 1943121 h 1979327"/>
                <a:gd name="csX1" fmla="*/ 311727 w 3678382"/>
                <a:gd name="csY1" fmla="*/ 1776866 h 1979327"/>
                <a:gd name="csX2" fmla="*/ 368877 w 3678382"/>
                <a:gd name="csY2" fmla="*/ 114321 h 1979327"/>
                <a:gd name="csX3" fmla="*/ 472786 w 3678382"/>
                <a:gd name="csY3" fmla="*/ 1698934 h 1979327"/>
                <a:gd name="csX4" fmla="*/ 722168 w 3678382"/>
                <a:gd name="csY4" fmla="*/ 1828821 h 1979327"/>
                <a:gd name="csX5" fmla="*/ 779318 w 3678382"/>
                <a:gd name="csY5" fmla="*/ 649453 h 1979327"/>
                <a:gd name="csX6" fmla="*/ 888422 w 3678382"/>
                <a:gd name="csY6" fmla="*/ 1745693 h 1979327"/>
                <a:gd name="csX7" fmla="*/ 1620982 w 3678382"/>
                <a:gd name="csY7" fmla="*/ 1719717 h 1979327"/>
                <a:gd name="csX8" fmla="*/ 1771650 w 3678382"/>
                <a:gd name="csY8" fmla="*/ 31193 h 1979327"/>
                <a:gd name="csX9" fmla="*/ 1963882 w 3678382"/>
                <a:gd name="csY9" fmla="*/ 1724912 h 1979327"/>
                <a:gd name="csX10" fmla="*/ 2732809 w 3678382"/>
                <a:gd name="csY10" fmla="*/ 1787257 h 1979327"/>
                <a:gd name="csX11" fmla="*/ 2852304 w 3678382"/>
                <a:gd name="csY11" fmla="*/ 21 h 1979327"/>
                <a:gd name="csX12" fmla="*/ 3070514 w 3678382"/>
                <a:gd name="csY12" fmla="*/ 1839212 h 1979327"/>
                <a:gd name="csX13" fmla="*/ 3678382 w 3678382"/>
                <a:gd name="csY13" fmla="*/ 1865189 h 1979327"/>
                <a:gd name="csX0" fmla="*/ 0 w 3678382"/>
                <a:gd name="csY0" fmla="*/ 1943121 h 1979327"/>
                <a:gd name="csX1" fmla="*/ 311727 w 3678382"/>
                <a:gd name="csY1" fmla="*/ 1776866 h 1979327"/>
                <a:gd name="csX2" fmla="*/ 368877 w 3678382"/>
                <a:gd name="csY2" fmla="*/ 114321 h 1979327"/>
                <a:gd name="csX3" fmla="*/ 472786 w 3678382"/>
                <a:gd name="csY3" fmla="*/ 1698934 h 1979327"/>
                <a:gd name="csX4" fmla="*/ 722168 w 3678382"/>
                <a:gd name="csY4" fmla="*/ 1828821 h 1979327"/>
                <a:gd name="csX5" fmla="*/ 779318 w 3678382"/>
                <a:gd name="csY5" fmla="*/ 649453 h 1979327"/>
                <a:gd name="csX6" fmla="*/ 888422 w 3678382"/>
                <a:gd name="csY6" fmla="*/ 1745693 h 1979327"/>
                <a:gd name="csX7" fmla="*/ 1620982 w 3678382"/>
                <a:gd name="csY7" fmla="*/ 1719717 h 1979327"/>
                <a:gd name="csX8" fmla="*/ 1771650 w 3678382"/>
                <a:gd name="csY8" fmla="*/ 31193 h 1979327"/>
                <a:gd name="csX9" fmla="*/ 1963882 w 3678382"/>
                <a:gd name="csY9" fmla="*/ 1724912 h 1979327"/>
                <a:gd name="csX10" fmla="*/ 2732809 w 3678382"/>
                <a:gd name="csY10" fmla="*/ 1787257 h 1979327"/>
                <a:gd name="csX11" fmla="*/ 2852304 w 3678382"/>
                <a:gd name="csY11" fmla="*/ 21 h 1979327"/>
                <a:gd name="csX12" fmla="*/ 3070514 w 3678382"/>
                <a:gd name="csY12" fmla="*/ 1839212 h 1979327"/>
                <a:gd name="csX13" fmla="*/ 3678382 w 3678382"/>
                <a:gd name="csY13" fmla="*/ 1865189 h 1979327"/>
                <a:gd name="csX0" fmla="*/ 0 w 3678382"/>
                <a:gd name="csY0" fmla="*/ 1943121 h 1959302"/>
                <a:gd name="csX1" fmla="*/ 311727 w 3678382"/>
                <a:gd name="csY1" fmla="*/ 1776866 h 1959302"/>
                <a:gd name="csX2" fmla="*/ 368877 w 3678382"/>
                <a:gd name="csY2" fmla="*/ 114321 h 1959302"/>
                <a:gd name="csX3" fmla="*/ 472786 w 3678382"/>
                <a:gd name="csY3" fmla="*/ 1698934 h 1959302"/>
                <a:gd name="csX4" fmla="*/ 722168 w 3678382"/>
                <a:gd name="csY4" fmla="*/ 1828821 h 1959302"/>
                <a:gd name="csX5" fmla="*/ 779318 w 3678382"/>
                <a:gd name="csY5" fmla="*/ 649453 h 1959302"/>
                <a:gd name="csX6" fmla="*/ 888422 w 3678382"/>
                <a:gd name="csY6" fmla="*/ 1745693 h 1959302"/>
                <a:gd name="csX7" fmla="*/ 1620982 w 3678382"/>
                <a:gd name="csY7" fmla="*/ 1719717 h 1959302"/>
                <a:gd name="csX8" fmla="*/ 1771650 w 3678382"/>
                <a:gd name="csY8" fmla="*/ 31193 h 1959302"/>
                <a:gd name="csX9" fmla="*/ 1963882 w 3678382"/>
                <a:gd name="csY9" fmla="*/ 1724912 h 1959302"/>
                <a:gd name="csX10" fmla="*/ 2732809 w 3678382"/>
                <a:gd name="csY10" fmla="*/ 1787257 h 1959302"/>
                <a:gd name="csX11" fmla="*/ 2852304 w 3678382"/>
                <a:gd name="csY11" fmla="*/ 21 h 1959302"/>
                <a:gd name="csX12" fmla="*/ 3070514 w 3678382"/>
                <a:gd name="csY12" fmla="*/ 1839212 h 1959302"/>
                <a:gd name="csX13" fmla="*/ 3678382 w 3678382"/>
                <a:gd name="csY13" fmla="*/ 1865189 h 19593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678382" h="1959302">
                  <a:moveTo>
                    <a:pt x="0" y="1943121"/>
                  </a:moveTo>
                  <a:cubicBezTo>
                    <a:pt x="171883" y="1955243"/>
                    <a:pt x="297006" y="1951779"/>
                    <a:pt x="311727" y="1776866"/>
                  </a:cubicBezTo>
                  <a:cubicBezTo>
                    <a:pt x="337804" y="1467023"/>
                    <a:pt x="238125" y="85746"/>
                    <a:pt x="368877" y="114321"/>
                  </a:cubicBezTo>
                  <a:cubicBezTo>
                    <a:pt x="499629" y="142896"/>
                    <a:pt x="413904" y="1413184"/>
                    <a:pt x="472786" y="1698934"/>
                  </a:cubicBezTo>
                  <a:cubicBezTo>
                    <a:pt x="531668" y="1984684"/>
                    <a:pt x="671079" y="2003734"/>
                    <a:pt x="722168" y="1828821"/>
                  </a:cubicBezTo>
                  <a:cubicBezTo>
                    <a:pt x="773257" y="1653908"/>
                    <a:pt x="748347" y="648733"/>
                    <a:pt x="779318" y="649453"/>
                  </a:cubicBezTo>
                  <a:cubicBezTo>
                    <a:pt x="853786" y="651184"/>
                    <a:pt x="800100" y="1614075"/>
                    <a:pt x="888422" y="1745693"/>
                  </a:cubicBezTo>
                  <a:cubicBezTo>
                    <a:pt x="976744" y="1877311"/>
                    <a:pt x="1473777" y="2005467"/>
                    <a:pt x="1620982" y="1719717"/>
                  </a:cubicBezTo>
                  <a:cubicBezTo>
                    <a:pt x="1768187" y="1433967"/>
                    <a:pt x="1652155" y="19936"/>
                    <a:pt x="1771650" y="31193"/>
                  </a:cubicBezTo>
                  <a:cubicBezTo>
                    <a:pt x="1891145" y="42450"/>
                    <a:pt x="1814080" y="1624467"/>
                    <a:pt x="1963882" y="1724912"/>
                  </a:cubicBezTo>
                  <a:cubicBezTo>
                    <a:pt x="2199464" y="1882874"/>
                    <a:pt x="2582946" y="1907652"/>
                    <a:pt x="2732809" y="1787257"/>
                  </a:cubicBezTo>
                  <a:cubicBezTo>
                    <a:pt x="2839962" y="1701174"/>
                    <a:pt x="2754456" y="6949"/>
                    <a:pt x="2852304" y="21"/>
                  </a:cubicBezTo>
                  <a:cubicBezTo>
                    <a:pt x="2950152" y="-6907"/>
                    <a:pt x="2938030" y="1762146"/>
                    <a:pt x="3070514" y="1839212"/>
                  </a:cubicBezTo>
                  <a:cubicBezTo>
                    <a:pt x="3202998" y="1916278"/>
                    <a:pt x="3388735" y="2051792"/>
                    <a:pt x="3678382" y="1865189"/>
                  </a:cubicBezTo>
                </a:path>
              </a:pathLst>
            </a:cu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2F128789-90F8-0521-D157-125A8339D8D6}"/>
                </a:ext>
              </a:extLst>
            </p:cNvPr>
            <p:cNvCxnSpPr/>
            <p:nvPr/>
          </p:nvCxnSpPr>
          <p:spPr>
            <a:xfrm flipV="1">
              <a:off x="561109" y="826077"/>
              <a:ext cx="0" cy="21717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EFD3C52-E95C-10B7-D8EF-DF8FEA676450}"/>
                </a:ext>
              </a:extLst>
            </p:cNvPr>
            <p:cNvSpPr txBox="1"/>
            <p:nvPr/>
          </p:nvSpPr>
          <p:spPr>
            <a:xfrm rot="16200000">
              <a:off x="-527452" y="1716391"/>
              <a:ext cx="180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Performance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CCD45D2-72E6-A94C-3E4B-8913023476F7}"/>
                </a:ext>
              </a:extLst>
            </p:cNvPr>
            <p:cNvCxnSpPr/>
            <p:nvPr/>
          </p:nvCxnSpPr>
          <p:spPr>
            <a:xfrm>
              <a:off x="545720" y="2997777"/>
              <a:ext cx="370416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4DBCD74-5E78-F415-DFE0-BB9EDFAE8854}"/>
                </a:ext>
              </a:extLst>
            </p:cNvPr>
            <p:cNvSpPr txBox="1"/>
            <p:nvPr/>
          </p:nvSpPr>
          <p:spPr>
            <a:xfrm>
              <a:off x="497123" y="3010341"/>
              <a:ext cx="131208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Urban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A1125C4-22EA-431D-9FCA-5B75E8895512}"/>
                </a:ext>
              </a:extLst>
            </p:cNvPr>
            <p:cNvSpPr txBox="1"/>
            <p:nvPr/>
          </p:nvSpPr>
          <p:spPr>
            <a:xfrm>
              <a:off x="1717461" y="3010341"/>
              <a:ext cx="131208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Rural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7806D22-1B36-C91D-75C2-87E9339BB81D}"/>
                </a:ext>
              </a:extLst>
            </p:cNvPr>
            <p:cNvSpPr txBox="1"/>
            <p:nvPr/>
          </p:nvSpPr>
          <p:spPr>
            <a:xfrm>
              <a:off x="2937799" y="3010341"/>
              <a:ext cx="131208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Highway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9492852-C859-F8C0-3B6C-C9649ED3109A}"/>
                </a:ext>
              </a:extLst>
            </p:cNvPr>
            <p:cNvCxnSpPr>
              <a:cxnSpLocks/>
            </p:cNvCxnSpPr>
            <p:nvPr/>
          </p:nvCxnSpPr>
          <p:spPr>
            <a:xfrm>
              <a:off x="1756064" y="2930236"/>
              <a:ext cx="0" cy="12469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354DB14-CC9D-B105-92A8-BA0A1A682DA2}"/>
                </a:ext>
              </a:extLst>
            </p:cNvPr>
            <p:cNvCxnSpPr>
              <a:cxnSpLocks/>
            </p:cNvCxnSpPr>
            <p:nvPr/>
          </p:nvCxnSpPr>
          <p:spPr>
            <a:xfrm>
              <a:off x="3060123" y="2930236"/>
              <a:ext cx="0" cy="12469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86554C4-E379-7B14-A21A-C114F48C4EEE}"/>
                </a:ext>
              </a:extLst>
            </p:cNvPr>
            <p:cNvCxnSpPr>
              <a:cxnSpLocks/>
            </p:cNvCxnSpPr>
            <p:nvPr/>
          </p:nvCxnSpPr>
          <p:spPr>
            <a:xfrm>
              <a:off x="4249882" y="2930236"/>
              <a:ext cx="0" cy="12469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9585974-611E-C7F2-AC62-57E23A1666F8}"/>
                </a:ext>
              </a:extLst>
            </p:cNvPr>
            <p:cNvSpPr/>
            <p:nvPr/>
          </p:nvSpPr>
          <p:spPr>
            <a:xfrm>
              <a:off x="576983" y="923866"/>
              <a:ext cx="3636818" cy="1684251"/>
            </a:xfrm>
            <a:custGeom>
              <a:avLst/>
              <a:gdLst>
                <a:gd name="csX0" fmla="*/ 0 w 3636818"/>
                <a:gd name="csY0" fmla="*/ 1675981 h 1675981"/>
                <a:gd name="csX1" fmla="*/ 1137804 w 3636818"/>
                <a:gd name="csY1" fmla="*/ 1514922 h 1675981"/>
                <a:gd name="csX2" fmla="*/ 1413163 w 3636818"/>
                <a:gd name="csY2" fmla="*/ 761581 h 1675981"/>
                <a:gd name="csX3" fmla="*/ 2436668 w 3636818"/>
                <a:gd name="csY3" fmla="*/ 673258 h 1675981"/>
                <a:gd name="csX4" fmla="*/ 3091295 w 3636818"/>
                <a:gd name="csY4" fmla="*/ 101758 h 1675981"/>
                <a:gd name="csX5" fmla="*/ 3636818 w 3636818"/>
                <a:gd name="csY5" fmla="*/ 3044 h 1675981"/>
                <a:gd name="csX0" fmla="*/ 0 w 3636818"/>
                <a:gd name="csY0" fmla="*/ 1676802 h 1676802"/>
                <a:gd name="csX1" fmla="*/ 1137804 w 3636818"/>
                <a:gd name="csY1" fmla="*/ 1515743 h 1676802"/>
                <a:gd name="csX2" fmla="*/ 1413163 w 3636818"/>
                <a:gd name="csY2" fmla="*/ 762402 h 1676802"/>
                <a:gd name="csX3" fmla="*/ 2436668 w 3636818"/>
                <a:gd name="csY3" fmla="*/ 674079 h 1676802"/>
                <a:gd name="csX4" fmla="*/ 2836717 w 3636818"/>
                <a:gd name="csY4" fmla="*/ 97384 h 1676802"/>
                <a:gd name="csX5" fmla="*/ 3636818 w 3636818"/>
                <a:gd name="csY5" fmla="*/ 3865 h 1676802"/>
                <a:gd name="csX0" fmla="*/ 0 w 3636818"/>
                <a:gd name="csY0" fmla="*/ 1684251 h 1684251"/>
                <a:gd name="csX1" fmla="*/ 1137804 w 3636818"/>
                <a:gd name="csY1" fmla="*/ 1523192 h 1684251"/>
                <a:gd name="csX2" fmla="*/ 1413163 w 3636818"/>
                <a:gd name="csY2" fmla="*/ 769851 h 1684251"/>
                <a:gd name="csX3" fmla="*/ 2436668 w 3636818"/>
                <a:gd name="csY3" fmla="*/ 681528 h 1684251"/>
                <a:gd name="csX4" fmla="*/ 2763980 w 3636818"/>
                <a:gd name="csY4" fmla="*/ 78855 h 1684251"/>
                <a:gd name="csX5" fmla="*/ 3636818 w 3636818"/>
                <a:gd name="csY5" fmla="*/ 11314 h 16842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3636818" h="1684251">
                  <a:moveTo>
                    <a:pt x="0" y="1684251"/>
                  </a:moveTo>
                  <a:cubicBezTo>
                    <a:pt x="451138" y="1679921"/>
                    <a:pt x="902277" y="1675592"/>
                    <a:pt x="1137804" y="1523192"/>
                  </a:cubicBezTo>
                  <a:cubicBezTo>
                    <a:pt x="1373331" y="1370792"/>
                    <a:pt x="1196686" y="910128"/>
                    <a:pt x="1413163" y="769851"/>
                  </a:cubicBezTo>
                  <a:cubicBezTo>
                    <a:pt x="1629640" y="629574"/>
                    <a:pt x="2211532" y="796694"/>
                    <a:pt x="2436668" y="681528"/>
                  </a:cubicBezTo>
                  <a:cubicBezTo>
                    <a:pt x="2661804" y="566362"/>
                    <a:pt x="2563955" y="190557"/>
                    <a:pt x="2763980" y="78855"/>
                  </a:cubicBezTo>
                  <a:cubicBezTo>
                    <a:pt x="2964005" y="-32847"/>
                    <a:pt x="3464069" y="4820"/>
                    <a:pt x="3636818" y="11314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736EF7A-4A13-6ECD-230F-BEFF0B22207F}"/>
                </a:ext>
              </a:extLst>
            </p:cNvPr>
            <p:cNvCxnSpPr/>
            <p:nvPr/>
          </p:nvCxnSpPr>
          <p:spPr>
            <a:xfrm>
              <a:off x="576983" y="1407967"/>
              <a:ext cx="3662793" cy="0"/>
            </a:xfrm>
            <a:prstGeom prst="line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5ACEE0C-CD77-97C5-DD42-A3E45B072160}"/>
                </a:ext>
              </a:extLst>
            </p:cNvPr>
            <p:cNvSpPr txBox="1"/>
            <p:nvPr/>
          </p:nvSpPr>
          <p:spPr>
            <a:xfrm>
              <a:off x="1278215" y="537683"/>
              <a:ext cx="220952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Ground Truth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1927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10134</TotalTime>
  <Words>93</Words>
  <Application>Microsoft Office PowerPoint</Application>
  <PresentationFormat>Widescreen</PresentationFormat>
  <Paragraphs>63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 Hauser</dc:creator>
  <cp:lastModifiedBy>Kris Hauser</cp:lastModifiedBy>
  <cp:revision>16</cp:revision>
  <dcterms:created xsi:type="dcterms:W3CDTF">2024-06-02T22:23:19Z</dcterms:created>
  <dcterms:modified xsi:type="dcterms:W3CDTF">2026-01-09T16:45:03Z</dcterms:modified>
</cp:coreProperties>
</file>